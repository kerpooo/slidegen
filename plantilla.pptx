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1" r:id="rId2"/>
    <p:sldId id="273" r:id="rId3"/>
    <p:sldId id="356" r:id="rId4"/>
    <p:sldId id="331" r:id="rId5"/>
    <p:sldId id="333" r:id="rId6"/>
    <p:sldId id="265" r:id="rId7"/>
    <p:sldId id="332" r:id="rId8"/>
    <p:sldId id="339" r:id="rId9"/>
    <p:sldId id="334" r:id="rId10"/>
    <p:sldId id="310" r:id="rId11"/>
    <p:sldId id="326" r:id="rId12"/>
    <p:sldId id="278" r:id="rId13"/>
    <p:sldId id="337" r:id="rId14"/>
    <p:sldId id="378" r:id="rId15"/>
    <p:sldId id="261" r:id="rId16"/>
    <p:sldId id="335" r:id="rId17"/>
    <p:sldId id="329" r:id="rId18"/>
    <p:sldId id="276" r:id="rId19"/>
    <p:sldId id="341" r:id="rId20"/>
    <p:sldId id="315" r:id="rId21"/>
    <p:sldId id="400" r:id="rId22"/>
    <p:sldId id="342" r:id="rId23"/>
    <p:sldId id="268" r:id="rId24"/>
    <p:sldId id="399" r:id="rId25"/>
    <p:sldId id="401" r:id="rId26"/>
  </p:sldIdLst>
  <p:sldSz cx="9756775" cy="7775575"/>
  <p:notesSz cx="6858000" cy="9313863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9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2265C05-0FC3-F739-AF8A-D8E09D776A3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B88580F-293F-2919-5F89-F86B63CDBC3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B2703E97-A73E-4007-96E2-9C061017A772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55F89FF7-D9F9-C84D-60A3-1D573D05A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57325" y="1163638"/>
            <a:ext cx="3943349" cy="314325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AF263BCF-A9B0-7B43-C407-0834BB5177B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82297"/>
            <a:ext cx="5486400" cy="3667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A5CDC0-1C46-DDE9-4D86-B065FA2DA1B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CCE169-C59F-86CC-0999-9A4828DADE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846554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3EF118B-3810-4A8C-BE33-227D3C528820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18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90E8DE-CCEA-5DA8-B34E-F29D048FD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A04B6D-73A1-DEB2-B7BE-F63129A071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CO"/>
              <a:t>Hacer pollitos para pegar en ganchos</a:t>
            </a: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4FD15A-F674-EF3E-D1A6-23668B1B94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6951FF9-A992-41BC-BD44-B0CEF3353A82}" type="slidenum">
              <a:t>8</a:t>
            </a:fld>
            <a:endParaRPr lang="es-MX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303352-7787-B626-AE79-5EB25EB34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635CB08-B794-CA98-DB2A-F33A85C086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CO"/>
              <a:t>Hacer huevos en cartón</a:t>
            </a: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EF6D32-01E4-2260-B05D-CC9B869A3F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E6C5089-071E-4B2B-A65E-8ACD2B55BE5F}" type="slidenum">
              <a:t>19</a:t>
            </a:fld>
            <a:endParaRPr 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4ACD-F9CE-A73F-FABC-3013F58273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1757" y="1272533"/>
            <a:ext cx="8293260" cy="2707053"/>
          </a:xfrm>
        </p:spPr>
        <p:txBody>
          <a:bodyPr anchor="b" anchorCtr="1"/>
          <a:lstStyle>
            <a:lvl1pPr algn="ctr">
              <a:defRPr sz="6402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048AC-04FD-6B13-A8D8-66655AD947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9599" y="4083975"/>
            <a:ext cx="7317577" cy="1877299"/>
          </a:xfrm>
        </p:spPr>
        <p:txBody>
          <a:bodyPr anchorCtr="1"/>
          <a:lstStyle>
            <a:lvl1pPr marL="0" indent="0" algn="ctr">
              <a:buNone/>
              <a:defRPr sz="2561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3E075-5DBB-1B53-FC31-FD0EBC70966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257058-DD69-4AFD-ACFE-0D44B24CF8E5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DB8F3-F576-AC86-BB79-51942E7FAB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E27E8-D5B3-C8AE-9CF2-568F30EA1A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5BAFC7-5D2A-4953-B218-A48AC06A82DB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53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8615-1FB4-2E89-FF46-53DAC7CBA64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9BA7B-4BE2-F23B-76A4-802005A0618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01473-2EE9-C1F4-D458-714D1585C2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229BC9-A868-4E02-8C31-88384EFD5AC3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EC8D8-87B1-53EE-5514-0027C2BD639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75336-8C64-9A04-610F-D3231D0793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1A3EFC-4DA3-45AD-B51E-946D97F92A7A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64602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D299-06D7-6DE2-8ACD-9230BCBC3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5701" y="1938500"/>
            <a:ext cx="8415214" cy="3234424"/>
          </a:xfrm>
        </p:spPr>
        <p:txBody>
          <a:bodyPr anchor="b"/>
          <a:lstStyle>
            <a:lvl1pPr>
              <a:defRPr sz="6402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E58EE-519A-5D61-DBC8-71716E5F3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5701" y="5203521"/>
            <a:ext cx="8415214" cy="1700902"/>
          </a:xfrm>
        </p:spPr>
        <p:txBody>
          <a:bodyPr/>
          <a:lstStyle>
            <a:lvl1pPr marL="0" indent="0">
              <a:buNone/>
              <a:defRPr sz="2561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4080B-592E-5000-53E1-3DB836A4735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0B7D6-2916-404C-82A2-BCBA3FAC6859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6284-7F77-9275-B427-1BBBBC19B88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29D8D-E8A1-9223-EEA7-52053318E7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24F931-874D-48E9-99BE-F7EC6CD24968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986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6BC6-1E81-5D61-9D0A-677FDC14BB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4A0AB-4E07-CA56-AA84-FE6220BFE0B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0776" y="2069890"/>
            <a:ext cx="4146630" cy="49335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6A418-73B0-FAD1-AC61-8A20CB69D33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939369" y="2069890"/>
            <a:ext cx="4146630" cy="49335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A41F4-0B17-B25A-F450-7787996DD3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CC3310-A1AE-4A40-8F6B-8ED98A05E61D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C5982-F249-810F-6508-9F82E7CA51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B4BDD-6255-FB2E-31B6-79E39DBDCD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979AB2-0322-4585-A0C3-2A3BE9E77348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811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0D80-DA10-93FD-17A1-B870E25E4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47" y="413976"/>
            <a:ext cx="8415214" cy="15029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C39A-8FAF-A533-FD92-2C07E3C8A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2047" y="1906094"/>
            <a:ext cx="4127574" cy="934151"/>
          </a:xfrm>
        </p:spPr>
        <p:txBody>
          <a:bodyPr anchor="b"/>
          <a:lstStyle>
            <a:lvl1pPr marL="0" indent="0">
              <a:buNone/>
              <a:defRPr sz="2561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8392E-D186-8A0D-F3CC-38F987C3667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2047" y="2840245"/>
            <a:ext cx="4127574" cy="41775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3818C-C142-1EA8-D4D2-CF850814BA7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939369" y="1906094"/>
            <a:ext cx="4147901" cy="934151"/>
          </a:xfrm>
        </p:spPr>
        <p:txBody>
          <a:bodyPr anchor="b"/>
          <a:lstStyle>
            <a:lvl1pPr marL="0" indent="0">
              <a:buNone/>
              <a:defRPr sz="2561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EFD35-AD67-9D59-B011-C0B71BD3E572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939369" y="2840245"/>
            <a:ext cx="4147901" cy="41775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E5B4E-0712-895E-8EEC-5E750EA70D3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6F7FFA-1B2A-4152-9192-42E9EE296113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9E39B-3503-BFFC-6620-701736BC7F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AD344-DD7F-B403-7936-63F3B8E8A8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164A15-DAF0-40C8-82B4-107373B2BAC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36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5E568-8DAB-B1F0-E171-99EB5751106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48A5E-1740-3547-EDAA-62ABE589B4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00720F-4A7D-459C-AFEA-903725404EF8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A6BD-2BCA-1D14-02CC-7B07B1FDD6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379BA-DBEA-8410-DF4B-6514145A5F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96D44E-8B0A-46C3-8CA1-1061FDE4D64D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90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7A642-9E11-D21F-11BF-7D93F8DDC1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9F92AB-8F4D-4102-AB6B-F95CB1953372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0BDAF-EB22-6C52-0558-1896557110F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DCD57-7BD6-AC5B-D86E-C5EFF092CF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7A9639-A5DA-46CE-816C-28D9DACDB73F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586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AB7E-28EF-AE7D-7768-D87B14BAF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47" y="518373"/>
            <a:ext cx="3146816" cy="1814297"/>
          </a:xfrm>
        </p:spPr>
        <p:txBody>
          <a:bodyPr anchor="b"/>
          <a:lstStyle>
            <a:lvl1pPr>
              <a:defRPr sz="3414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919E8-377B-1B9E-019A-14287A9328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47901" y="1119536"/>
            <a:ext cx="4939369" cy="5525700"/>
          </a:xfrm>
        </p:spPr>
        <p:txBody>
          <a:bodyPr/>
          <a:lstStyle>
            <a:lvl1pPr>
              <a:defRPr sz="3414"/>
            </a:lvl1pPr>
            <a:lvl2pPr>
              <a:defRPr sz="2988"/>
            </a:lvl2pPr>
            <a:lvl3pPr>
              <a:defRPr sz="2561"/>
            </a:lvl3pPr>
            <a:lvl4pPr>
              <a:defRPr sz="2134"/>
            </a:lvl4pPr>
            <a:lvl5pPr>
              <a:defRPr sz="2134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6EFFA-B58B-ED28-4B72-792874DA920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72047" y="2332670"/>
            <a:ext cx="3146816" cy="4321564"/>
          </a:xfrm>
        </p:spPr>
        <p:txBody>
          <a:bodyPr/>
          <a:lstStyle>
            <a:lvl1pPr marL="0" indent="0">
              <a:buNone/>
              <a:defRPr sz="1707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09E9-6B55-2E83-FF6E-ACEAFAF136B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383983-8212-4D34-9369-BB1F02C73090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F7837-512F-325B-86B3-17F6C8239B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8D64A-0823-FF57-F472-3F8E31CDE6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8FB87A-1E40-49DE-9B33-717E48A09D2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205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9DAB-6E3B-1176-D8C0-FB241189F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47" y="518373"/>
            <a:ext cx="3146816" cy="1814297"/>
          </a:xfrm>
        </p:spPr>
        <p:txBody>
          <a:bodyPr anchor="b"/>
          <a:lstStyle>
            <a:lvl1pPr>
              <a:defRPr sz="3414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C1C53-5729-814E-AE14-FD189D99292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147901" y="1119536"/>
            <a:ext cx="4939369" cy="5525700"/>
          </a:xfrm>
        </p:spPr>
        <p:txBody>
          <a:bodyPr/>
          <a:lstStyle>
            <a:lvl1pPr marL="0" indent="0">
              <a:buNone/>
              <a:defRPr sz="3414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C374B-91EA-89BE-F554-C1920C2AA3C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72047" y="2332670"/>
            <a:ext cx="3146816" cy="4321564"/>
          </a:xfrm>
        </p:spPr>
        <p:txBody>
          <a:bodyPr/>
          <a:lstStyle>
            <a:lvl1pPr marL="0" indent="0">
              <a:buNone/>
              <a:defRPr sz="1707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B05F2-B2BE-27CC-A61D-8B0BED5086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7811D0-83E7-4949-BEB4-4C471E54084A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03199-AD27-211E-B4D9-CA870F2D94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835FE-3FCD-F3B5-8726-D822FAA58D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95F4D1-FB55-430B-B5B0-077A7619787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147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ECC3-C2DC-B83F-0062-255C4AE7BC4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365E1-611F-7A0A-BBCD-FDFC1CF6F19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926D-EC53-3928-0EDD-8D237479C6E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5C2B41-AAC3-453E-A4C4-F7EEF59B9C6F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F366C-36BD-00E5-A2AD-660A7BC23D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6094E-9B8B-A246-E49B-1440CDE681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6080DB-E515-4AEE-B474-AEA50918E89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974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C0FC75-BC36-9881-F1AA-EC0A0598AF3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982193" y="413976"/>
            <a:ext cx="2103805" cy="6589440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0FEE3-1D85-2D50-A65A-65E81768134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70776" y="413976"/>
            <a:ext cx="6189454" cy="65894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6439-4538-6A20-26B9-6914A3243C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0EF73C-9211-4959-A975-8CAA5DCF2426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B18FF-9B85-1F20-DD79-335BD906024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49A5C-40BC-5D1D-B1A9-02B4C8CE58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416012-D127-4DBC-81E0-DB93A7B6DC25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995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09714-3753-CE6A-CAB0-8F5253FCD1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776" y="413976"/>
            <a:ext cx="8415214" cy="15029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707A1-4853-0688-091C-AE5B329AD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0776" y="2069890"/>
            <a:ext cx="8415214" cy="493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1B853-4CDB-E90B-2FB7-7811D15F958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70776" y="7206807"/>
            <a:ext cx="2195273" cy="4139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8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6082AB0-2732-4790-B75C-07EFB980F67B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09BDF-24EF-5624-C48D-2020760DC33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231928" y="7206807"/>
            <a:ext cx="3292909" cy="4139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8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1D92-DE03-0089-7652-1B9C0810802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890726" y="7206807"/>
            <a:ext cx="2195273" cy="4139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8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D3C2CD1-833C-4BC1-9A2E-6050CADCEB80}" type="slidenum"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75664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695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43916" marR="0" lvl="0" indent="-243916" algn="l" defTabSz="975664" rtl="0" fontAlgn="auto" hangingPunct="1">
        <a:lnSpc>
          <a:spcPct val="90000"/>
        </a:lnSpc>
        <a:spcBef>
          <a:spcPts val="1065"/>
        </a:spcBef>
        <a:spcAft>
          <a:spcPts val="0"/>
        </a:spcAft>
        <a:buSzPct val="100000"/>
        <a:buFont typeface="Arial" pitchFamily="34"/>
        <a:buChar char="•"/>
        <a:tabLst/>
        <a:defRPr lang="es-ES" sz="2988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731748" marR="0" lvl="1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2561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219581" marR="0" lvl="2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2134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707413" marR="0" lvl="3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1921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195245" marR="0" lvl="4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1921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4.jpeg"/><Relationship Id="rId7" Type="http://schemas.openxmlformats.org/officeDocument/2006/relationships/image" Target="../media/image27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4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0.jpeg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3.jpeg"/><Relationship Id="rId7" Type="http://schemas.openxmlformats.org/officeDocument/2006/relationships/image" Target="../media/image1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10.jpeg"/><Relationship Id="rId4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51655-B8FF-7103-28C8-F967262024A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BAB12-6A30-5F47-7047-5416C552EE4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10" descr="Premium Vector | Cut and glue game for kids cute turkey">
            <a:extLst>
              <a:ext uri="{FF2B5EF4-FFF2-40B4-BE49-F238E27FC236}">
                <a16:creationId xmlns:a16="http://schemas.microsoft.com/office/drawing/2014/main" id="{717DDC77-A787-B768-46B5-BF1C33E0C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7" t="55336" r="13594" b="2839"/>
          <a:stretch>
            <a:fillRect/>
          </a:stretch>
        </p:blipFill>
        <p:spPr>
          <a:xfrm>
            <a:off x="0" y="103537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0" descr="Premium Vector | Cut and glue game for kids cute turkey">
            <a:extLst>
              <a:ext uri="{FF2B5EF4-FFF2-40B4-BE49-F238E27FC236}">
                <a16:creationId xmlns:a16="http://schemas.microsoft.com/office/drawing/2014/main" id="{E7D111B6-751B-DD6D-568F-B91A7E62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7" t="55336" r="13594" b="2839"/>
          <a:stretch>
            <a:fillRect/>
          </a:stretch>
        </p:blipFill>
        <p:spPr>
          <a:xfrm>
            <a:off x="0" y="3539715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0" descr="Premium Vector | Cut and glue game for kids cute turkey">
            <a:extLst>
              <a:ext uri="{FF2B5EF4-FFF2-40B4-BE49-F238E27FC236}">
                <a16:creationId xmlns:a16="http://schemas.microsoft.com/office/drawing/2014/main" id="{4A59BCE0-F624-8350-F681-D11A342E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7" t="55336" r="13594" b="2839"/>
          <a:stretch>
            <a:fillRect/>
          </a:stretch>
        </p:blipFill>
        <p:spPr>
          <a:xfrm rot="5400013">
            <a:off x="4614601" y="1307903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F8416AFE-A06D-B312-0753-00BFEDC1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460537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4E548DC4-0478-6FF1-6C4F-AC669BA68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246878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tángulo 5">
            <a:extLst>
              <a:ext uri="{FF2B5EF4-FFF2-40B4-BE49-F238E27FC236}">
                <a16:creationId xmlns:a16="http://schemas.microsoft.com/office/drawing/2014/main" id="{574D8D28-496C-0A89-1150-9C7A126305BA}"/>
              </a:ext>
            </a:extLst>
          </p:cNvPr>
          <p:cNvSpPr/>
          <p:nvPr/>
        </p:nvSpPr>
        <p:spPr>
          <a:xfrm>
            <a:off x="176049" y="24687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99995D62-A6F7-532A-8ECF-FFE664B6024E}"/>
              </a:ext>
            </a:extLst>
          </p:cNvPr>
          <p:cNvSpPr/>
          <p:nvPr/>
        </p:nvSpPr>
        <p:spPr>
          <a:xfrm>
            <a:off x="1729441" y="24687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CuadroTexto 7">
            <a:extLst>
              <a:ext uri="{FF2B5EF4-FFF2-40B4-BE49-F238E27FC236}">
                <a16:creationId xmlns:a16="http://schemas.microsoft.com/office/drawing/2014/main" id="{E88019F7-BAED-BBCA-E7E3-7654579362D9}"/>
              </a:ext>
            </a:extLst>
          </p:cNvPr>
          <p:cNvSpPr txBox="1"/>
          <p:nvPr/>
        </p:nvSpPr>
        <p:spPr>
          <a:xfrm>
            <a:off x="3232312" y="246878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5A4B4739-3F78-F59D-DD60-0680BDC3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2305412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5A4CE0B8-0B5C-9120-9D70-CEE30015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2091754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ángulo 10">
            <a:extLst>
              <a:ext uri="{FF2B5EF4-FFF2-40B4-BE49-F238E27FC236}">
                <a16:creationId xmlns:a16="http://schemas.microsoft.com/office/drawing/2014/main" id="{CB3E61D8-0768-BFE5-8C28-079DC1B904B4}"/>
              </a:ext>
            </a:extLst>
          </p:cNvPr>
          <p:cNvSpPr/>
          <p:nvPr/>
        </p:nvSpPr>
        <p:spPr>
          <a:xfrm>
            <a:off x="176049" y="20917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ángulo 11">
            <a:extLst>
              <a:ext uri="{FF2B5EF4-FFF2-40B4-BE49-F238E27FC236}">
                <a16:creationId xmlns:a16="http://schemas.microsoft.com/office/drawing/2014/main" id="{733A5A73-80A0-9F24-82F2-AC2355E65A86}"/>
              </a:ext>
            </a:extLst>
          </p:cNvPr>
          <p:cNvSpPr/>
          <p:nvPr/>
        </p:nvSpPr>
        <p:spPr>
          <a:xfrm>
            <a:off x="1729441" y="20917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CuadroTexto 12">
            <a:extLst>
              <a:ext uri="{FF2B5EF4-FFF2-40B4-BE49-F238E27FC236}">
                <a16:creationId xmlns:a16="http://schemas.microsoft.com/office/drawing/2014/main" id="{7EC2AAAA-AFB8-86BA-94FF-3D4B83B3F1EC}"/>
              </a:ext>
            </a:extLst>
          </p:cNvPr>
          <p:cNvSpPr txBox="1"/>
          <p:nvPr/>
        </p:nvSpPr>
        <p:spPr>
          <a:xfrm>
            <a:off x="3232312" y="2091754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9EE44BEA-01F0-0082-450D-47A6704D9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4067187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968CBFD7-2E30-1FFE-2B93-7A75A6EB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3853528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Rectángulo 15">
            <a:extLst>
              <a:ext uri="{FF2B5EF4-FFF2-40B4-BE49-F238E27FC236}">
                <a16:creationId xmlns:a16="http://schemas.microsoft.com/office/drawing/2014/main" id="{5AC2BD66-527E-7990-57BE-A36C8D5AB61C}"/>
              </a:ext>
            </a:extLst>
          </p:cNvPr>
          <p:cNvSpPr/>
          <p:nvPr/>
        </p:nvSpPr>
        <p:spPr>
          <a:xfrm>
            <a:off x="176049" y="385352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Rectángulo 16">
            <a:extLst>
              <a:ext uri="{FF2B5EF4-FFF2-40B4-BE49-F238E27FC236}">
                <a16:creationId xmlns:a16="http://schemas.microsoft.com/office/drawing/2014/main" id="{E7C0263F-26A3-4943-151D-CEF0975903F4}"/>
              </a:ext>
            </a:extLst>
          </p:cNvPr>
          <p:cNvSpPr/>
          <p:nvPr/>
        </p:nvSpPr>
        <p:spPr>
          <a:xfrm>
            <a:off x="1729441" y="385352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6" name="CuadroTexto 17">
            <a:extLst>
              <a:ext uri="{FF2B5EF4-FFF2-40B4-BE49-F238E27FC236}">
                <a16:creationId xmlns:a16="http://schemas.microsoft.com/office/drawing/2014/main" id="{850258A2-F582-1F2A-8FAD-14D5519244FE}"/>
              </a:ext>
            </a:extLst>
          </p:cNvPr>
          <p:cNvSpPr txBox="1"/>
          <p:nvPr/>
        </p:nvSpPr>
        <p:spPr>
          <a:xfrm>
            <a:off x="3232312" y="3853528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7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09D8056D-E622-AA6E-39E5-3D11351C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5828961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751DBC07-7786-53D3-6583-D7BBBC94CE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5615302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Rectángulo 20">
            <a:extLst>
              <a:ext uri="{FF2B5EF4-FFF2-40B4-BE49-F238E27FC236}">
                <a16:creationId xmlns:a16="http://schemas.microsoft.com/office/drawing/2014/main" id="{EEDC8709-66B0-30E2-C4C8-71A56468E12F}"/>
              </a:ext>
            </a:extLst>
          </p:cNvPr>
          <p:cNvSpPr/>
          <p:nvPr/>
        </p:nvSpPr>
        <p:spPr>
          <a:xfrm>
            <a:off x="176049" y="5615302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Rectángulo 21">
            <a:extLst>
              <a:ext uri="{FF2B5EF4-FFF2-40B4-BE49-F238E27FC236}">
                <a16:creationId xmlns:a16="http://schemas.microsoft.com/office/drawing/2014/main" id="{110653F2-07BE-C5B5-6827-683C79E2AD29}"/>
              </a:ext>
            </a:extLst>
          </p:cNvPr>
          <p:cNvSpPr/>
          <p:nvPr/>
        </p:nvSpPr>
        <p:spPr>
          <a:xfrm>
            <a:off x="1729441" y="5615302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1" name="CuadroTexto 22">
            <a:extLst>
              <a:ext uri="{FF2B5EF4-FFF2-40B4-BE49-F238E27FC236}">
                <a16:creationId xmlns:a16="http://schemas.microsoft.com/office/drawing/2014/main" id="{6D517BE5-0EFF-5B57-6704-CE5E4BF962AE}"/>
              </a:ext>
            </a:extLst>
          </p:cNvPr>
          <p:cNvSpPr txBox="1"/>
          <p:nvPr/>
        </p:nvSpPr>
        <p:spPr>
          <a:xfrm>
            <a:off x="3232312" y="5615302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2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D99F1155-69E4-58B3-96CE-DC543471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 rot="5400013">
            <a:off x="6620187" y="397229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7C2C0AE3-04FA-5518-10A0-AA5D602A4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5400013">
            <a:off x="8471591" y="183571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4" name="Rectángulo 25">
            <a:extLst>
              <a:ext uri="{FF2B5EF4-FFF2-40B4-BE49-F238E27FC236}">
                <a16:creationId xmlns:a16="http://schemas.microsoft.com/office/drawing/2014/main" id="{C085F537-EDD1-7370-E578-0CDB16D46788}"/>
              </a:ext>
            </a:extLst>
          </p:cNvPr>
          <p:cNvSpPr/>
          <p:nvPr/>
        </p:nvSpPr>
        <p:spPr>
          <a:xfrm rot="5400013">
            <a:off x="6570134" y="183571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5" name="Rectángulo 26">
            <a:extLst>
              <a:ext uri="{FF2B5EF4-FFF2-40B4-BE49-F238E27FC236}">
                <a16:creationId xmlns:a16="http://schemas.microsoft.com/office/drawing/2014/main" id="{14641002-5F4C-4EB5-3F9E-8D78A139C885}"/>
              </a:ext>
            </a:extLst>
          </p:cNvPr>
          <p:cNvSpPr/>
          <p:nvPr/>
        </p:nvSpPr>
        <p:spPr>
          <a:xfrm rot="5400013">
            <a:off x="8123526" y="183571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CuadroTexto 27">
            <a:extLst>
              <a:ext uri="{FF2B5EF4-FFF2-40B4-BE49-F238E27FC236}">
                <a16:creationId xmlns:a16="http://schemas.microsoft.com/office/drawing/2014/main" id="{BC159307-8D83-4E23-2283-21BD4327DA9B}"/>
              </a:ext>
            </a:extLst>
          </p:cNvPr>
          <p:cNvSpPr txBox="1"/>
          <p:nvPr/>
        </p:nvSpPr>
        <p:spPr>
          <a:xfrm rot="5400013">
            <a:off x="7263966" y="2430649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27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CE3D6990-2DEE-6AA8-57DB-6EF481C8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 rot="5400013">
            <a:off x="6723267" y="5101012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9B457C5D-59E3-DD5D-F683-3A8732EA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5400013">
            <a:off x="8574671" y="4887354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9" name="Rectángulo 30">
            <a:extLst>
              <a:ext uri="{FF2B5EF4-FFF2-40B4-BE49-F238E27FC236}">
                <a16:creationId xmlns:a16="http://schemas.microsoft.com/office/drawing/2014/main" id="{95C33BD0-483F-D7A5-BE4F-778EACC8724C}"/>
              </a:ext>
            </a:extLst>
          </p:cNvPr>
          <p:cNvSpPr/>
          <p:nvPr/>
        </p:nvSpPr>
        <p:spPr>
          <a:xfrm rot="5400013">
            <a:off x="6673214" y="48873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Rectángulo 31">
            <a:extLst>
              <a:ext uri="{FF2B5EF4-FFF2-40B4-BE49-F238E27FC236}">
                <a16:creationId xmlns:a16="http://schemas.microsoft.com/office/drawing/2014/main" id="{8900EC2B-F8C2-BE70-B0C9-123C2D70B173}"/>
              </a:ext>
            </a:extLst>
          </p:cNvPr>
          <p:cNvSpPr/>
          <p:nvPr/>
        </p:nvSpPr>
        <p:spPr>
          <a:xfrm rot="5400013">
            <a:off x="8226615" y="48873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1" name="CuadroTexto 32">
            <a:extLst>
              <a:ext uri="{FF2B5EF4-FFF2-40B4-BE49-F238E27FC236}">
                <a16:creationId xmlns:a16="http://schemas.microsoft.com/office/drawing/2014/main" id="{F1EC61F5-982F-BDC3-8134-A3E33257938B}"/>
              </a:ext>
            </a:extLst>
          </p:cNvPr>
          <p:cNvSpPr txBox="1"/>
          <p:nvPr/>
        </p:nvSpPr>
        <p:spPr>
          <a:xfrm rot="5400013">
            <a:off x="5625480" y="2430649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89CDC-55CF-CA32-83C5-CA2A395161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FE9569-1CEE-79CD-6370-DCE3778B23D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EE6A9BD-DA85-F25F-90E6-1F5C3DC066C5}"/>
              </a:ext>
            </a:extLst>
          </p:cNvPr>
          <p:cNvSpPr/>
          <p:nvPr/>
        </p:nvSpPr>
        <p:spPr>
          <a:xfrm>
            <a:off x="294345" y="141137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lunes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Nuestra temática para el mes de marzo serán los animales de la granja.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bailando y cantando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de granos potenciando nuestra coordinación óculo manual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y coloreamos aminales de la granja mientras verbalizábamos sus onomatopeyas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movimiento clasificamos animales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BC684C-CFA8-545C-5310-90D6A415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434949" y="286746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621160-E0E2-41E3-2B24-23D4F661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315940" y="6837471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720C7F5-015D-D7D1-96AA-700BDF292CE6}"/>
              </a:ext>
            </a:extLst>
          </p:cNvPr>
          <p:cNvSpPr/>
          <p:nvPr/>
        </p:nvSpPr>
        <p:spPr>
          <a:xfrm>
            <a:off x="3549572" y="134819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lunes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Nuestra temática para el mes de marzo serán los animales de la granja.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bailando y cantando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de granos potenciando nuestra coordinación óculo manual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y coloreamos aminales de la granja mientras verbalizábamos sus onomatopeyas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movimiento clasificamos animales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79D668-0A1D-BF25-9DF5-24324932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690167" y="280428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57CE841-76D2-C6E1-773B-7B137C74C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571167" y="6831153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8712814-6E5B-43F4-C3B1-67580D8E7FD8}"/>
              </a:ext>
            </a:extLst>
          </p:cNvPr>
          <p:cNvSpPr/>
          <p:nvPr/>
        </p:nvSpPr>
        <p:spPr>
          <a:xfrm>
            <a:off x="6644542" y="134819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lunes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Nuestra temática para el mes de marzo serán los animales de la granja.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bailando y cantando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de granos potenciando nuestra coordinación óculo manual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y coloreamos aminales de la granja mientras verbalizábamos sus onomatopeyas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movimiento clasificamos animales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39BDA7B-764D-99B5-1B45-05295681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785146" y="280428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92746B7-4AD6-E463-D584-1C361F1C7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666137" y="6831153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FBDA8A6B-4C32-EDBF-5826-C1A3E31A19D0}"/>
              </a:ext>
            </a:extLst>
          </p:cNvPr>
          <p:cNvGraphicFramePr>
            <a:graphicFrameLocks noGrp="1"/>
          </p:cNvGraphicFramePr>
          <p:nvPr/>
        </p:nvGraphicFramePr>
        <p:xfrm>
          <a:off x="134800" y="134846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86149145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355941381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4016019328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470663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263405"/>
                  </a:ext>
                </a:extLst>
              </a:tr>
            </a:tbl>
          </a:graphicData>
        </a:graphic>
      </p:graphicFrame>
      <p:pic>
        <p:nvPicPr>
          <p:cNvPr id="3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598D3075-2DB7-B364-A3C8-73585402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1682157" y="178637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A448A7E-9468-C68B-89FB-92F5703FA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1757440" y="1505422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C21E0C7E-1933-CB20-AB27-E657150CA7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134800" y="1505422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BC6DC297-633D-5E98-93A6-3FEC1DBCE7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90851" y="178637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FD29B2A8-33A0-9FD0-4A51-4807B759A7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276103" y="279184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DD44838C-9240-2271-F812-FCA85BC742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3139811" y="1538734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9" name="Tabla 14">
            <a:extLst>
              <a:ext uri="{FF2B5EF4-FFF2-40B4-BE49-F238E27FC236}">
                <a16:creationId xmlns:a16="http://schemas.microsoft.com/office/drawing/2014/main" id="{57FA4107-4E67-0FFA-6DB1-ADE142AC3885}"/>
              </a:ext>
            </a:extLst>
          </p:cNvPr>
          <p:cNvGraphicFramePr>
            <a:graphicFrameLocks noGrp="1"/>
          </p:cNvGraphicFramePr>
          <p:nvPr/>
        </p:nvGraphicFramePr>
        <p:xfrm>
          <a:off x="134800" y="2946562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293098310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1099506703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3908010100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33225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390524"/>
                  </a:ext>
                </a:extLst>
              </a:tr>
            </a:tbl>
          </a:graphicData>
        </a:graphic>
      </p:graphicFrame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22F597C0-71FB-1396-26B6-CD104E7C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1682157" y="2990353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DAB0CD1D-F98B-7EA4-56AA-F2E62DDB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1757440" y="4317138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0DC1BC9-B508-102D-0CE3-3513AFE26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134800" y="4317138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E58A4EEA-FAC0-B8BF-20CC-D8B937D918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90851" y="2990353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7020471D-17D8-0C64-CAAB-3E7DC65EBE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276103" y="3090900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5DD0FEEA-FE94-EE34-49ED-0AF14BCB7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3139811" y="4350450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6" name="Tabla 21">
            <a:extLst>
              <a:ext uri="{FF2B5EF4-FFF2-40B4-BE49-F238E27FC236}">
                <a16:creationId xmlns:a16="http://schemas.microsoft.com/office/drawing/2014/main" id="{C48ED416-8419-97F8-7665-4BBE5484316F}"/>
              </a:ext>
            </a:extLst>
          </p:cNvPr>
          <p:cNvGraphicFramePr>
            <a:graphicFrameLocks noGrp="1"/>
          </p:cNvGraphicFramePr>
          <p:nvPr/>
        </p:nvGraphicFramePr>
        <p:xfrm>
          <a:off x="4687168" y="134846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2601313405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1487121160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3878017734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962926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40916"/>
                  </a:ext>
                </a:extLst>
              </a:tr>
            </a:tbl>
          </a:graphicData>
        </a:graphic>
      </p:graphicFrame>
      <p:pic>
        <p:nvPicPr>
          <p:cNvPr id="17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E20D2121-5999-5F3E-BFE7-3A6CCFC60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6234525" y="178637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60B1634C-B1B9-3EAF-20F3-2B40DB2B1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6309817" y="1505422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5EC724C-4B99-0485-3C22-620DDA1FBB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4687168" y="1505422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33E7B7B-0183-C563-79D5-013407AD38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4943228" y="178637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1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0D239D0-ED7C-8EF1-D8B2-26D3DEC0B9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7828480" y="279184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488F120E-CFF8-B379-34EF-8A4701221E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7692179" y="1538734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3" name="Tabla 28">
            <a:extLst>
              <a:ext uri="{FF2B5EF4-FFF2-40B4-BE49-F238E27FC236}">
                <a16:creationId xmlns:a16="http://schemas.microsoft.com/office/drawing/2014/main" id="{735BDC8D-5516-1185-9F92-726824AA9C29}"/>
              </a:ext>
            </a:extLst>
          </p:cNvPr>
          <p:cNvGraphicFramePr>
            <a:graphicFrameLocks noGrp="1"/>
          </p:cNvGraphicFramePr>
          <p:nvPr/>
        </p:nvGraphicFramePr>
        <p:xfrm>
          <a:off x="4687168" y="2946562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993039455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165234164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4118052575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590602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322684"/>
                  </a:ext>
                </a:extLst>
              </a:tr>
            </a:tbl>
          </a:graphicData>
        </a:graphic>
      </p:graphicFrame>
      <p:pic>
        <p:nvPicPr>
          <p:cNvPr id="24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37FE8210-ACBA-0211-493C-0F93A5E8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6234525" y="2990353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DCEC457-D191-0679-CE7F-2DEA462B93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6309817" y="4317138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6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48B3A1A7-E140-22E7-DDED-4579169301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4687168" y="4317138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7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98117E41-CCF0-FE08-B2F6-1A4B4C2F34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4943228" y="2990353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4F0387D4-FD3D-E9B2-6C66-DF020E40B0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7828480" y="3090900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9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4573546-FAE3-BC7A-479F-096DD89A12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7692179" y="4350450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7BACB5DE-9AB4-5F76-9DED-65790484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12" y="295826"/>
            <a:ext cx="6060478" cy="71839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5">
            <a:extLst>
              <a:ext uri="{FF2B5EF4-FFF2-40B4-BE49-F238E27FC236}">
                <a16:creationId xmlns:a16="http://schemas.microsoft.com/office/drawing/2014/main" id="{2660153B-9B61-E1F9-FA6F-596ED55A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41"/>
          <a:stretch>
            <a:fillRect/>
          </a:stretch>
        </p:blipFill>
        <p:spPr>
          <a:xfrm>
            <a:off x="6601218" y="295826"/>
            <a:ext cx="3015645" cy="718391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CF3A0-B633-56AC-B304-566261AD42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249196-82A6-4DD9-4293-6DDD1C80D37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44B6385-E105-5EF1-9688-15322922D87F}"/>
              </a:ext>
            </a:extLst>
          </p:cNvPr>
          <p:cNvSpPr/>
          <p:nvPr/>
        </p:nvSpPr>
        <p:spPr>
          <a:xfrm>
            <a:off x="170782" y="153491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martes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secuencia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Potenciamos nuestra pinza fina buscando elementos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Reforzamos nuestro agarre de tijeras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enhebrado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las onomatopeyas de los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para el día jueves trae contigo una bolsa de fríjoles en vaina.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336285-84A9-2D7D-CC58-83662C71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311377" y="299109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DA53DBC-5E61-51F7-7116-C4B18AD3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192377" y="6849834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8EB99E4-E33C-A5CD-FB7A-595ED3DE4FC0}"/>
              </a:ext>
            </a:extLst>
          </p:cNvPr>
          <p:cNvSpPr/>
          <p:nvPr/>
        </p:nvSpPr>
        <p:spPr>
          <a:xfrm>
            <a:off x="3372508" y="153491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martes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secuencia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Potenciamos nuestra pinza fina buscando elementos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Reforzamos nuestro agarre de tijeras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enhebrado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las onomatopeyas de los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para el día jueves trae contigo una bolsa de fríjoles en vaina.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6CB1FA1-C4F4-5744-A837-5E039F4F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513112" y="299109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93FC19B-FA29-289D-FE7E-5E9C303D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394103" y="6849834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0E48D89-4ABC-A292-415A-BF87D42EE9AC}"/>
              </a:ext>
            </a:extLst>
          </p:cNvPr>
          <p:cNvSpPr/>
          <p:nvPr/>
        </p:nvSpPr>
        <p:spPr>
          <a:xfrm>
            <a:off x="6499216" y="153491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martes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secuencia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Potenciamos nuestra pinza fina buscando elementos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Reforzamos nuestro agarre de tijeras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enhebrado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las onomatopeyas de los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para el día jueves trae contigo una bolsa de fríjoles en vaina.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64D084D-5509-2CF5-5BEF-3F3BF5605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639821" y="299109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5B095-4C68-68F8-AA1C-440A27FE4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520811" y="6849834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FC3A7D2B-9926-7530-2A74-1D6F3AE6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29" t="27044" r="18416" b="9671"/>
          <a:stretch>
            <a:fillRect/>
          </a:stretch>
        </p:blipFill>
        <p:spPr>
          <a:xfrm>
            <a:off x="2296332" y="213713"/>
            <a:ext cx="2329946" cy="640208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6">
            <a:extLst>
              <a:ext uri="{FF2B5EF4-FFF2-40B4-BE49-F238E27FC236}">
                <a16:creationId xmlns:a16="http://schemas.microsoft.com/office/drawing/2014/main" id="{04D674E6-67BF-D9CB-D5C6-656C9D7E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29" t="27044" r="18416" b="9671"/>
          <a:stretch>
            <a:fillRect/>
          </a:stretch>
        </p:blipFill>
        <p:spPr>
          <a:xfrm>
            <a:off x="6888998" y="213713"/>
            <a:ext cx="2329946" cy="64020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8D3B67D0-E89A-16AD-AC75-15FA5AB1A3B8}"/>
              </a:ext>
            </a:extLst>
          </p:cNvPr>
          <p:cNvSpPr txBox="1"/>
          <p:nvPr/>
        </p:nvSpPr>
        <p:spPr>
          <a:xfrm>
            <a:off x="0" y="6730870"/>
            <a:ext cx="3933172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Diviértete adivinando cual es el animal y que parte falta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Colorea, recorta y correlaciona los animales, no olvides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realizar su onomatopeya</a:t>
            </a: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.</a:t>
            </a:r>
            <a:endParaRPr lang="es-MX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984C4D02-CFAC-51F6-155A-FFAB2A91F1E9}"/>
              </a:ext>
            </a:extLst>
          </p:cNvPr>
          <p:cNvSpPr txBox="1"/>
          <p:nvPr/>
        </p:nvSpPr>
        <p:spPr>
          <a:xfrm>
            <a:off x="4626278" y="6730870"/>
            <a:ext cx="3933172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Diviértete adivinando cual es el animal y que parte falta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Colorea, recorta y correlaciona los animales, no olvides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realizar su onomatopeya</a:t>
            </a: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.</a:t>
            </a:r>
            <a:endParaRPr lang="es-MX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Imagen 7" descr="Forma, Círculo, Cuadrado&#10;&#10;El contenido generado por IA puede ser incorrecto.">
            <a:extLst>
              <a:ext uri="{FF2B5EF4-FFF2-40B4-BE49-F238E27FC236}">
                <a16:creationId xmlns:a16="http://schemas.microsoft.com/office/drawing/2014/main" id="{140E7F71-0F37-6EBB-6F44-CC2E85BE4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7" y="308811"/>
            <a:ext cx="2196215" cy="62226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8" descr="Forma, Círculo, Cuadrado&#10;&#10;El contenido generado por IA puede ser incorrecto.">
            <a:extLst>
              <a:ext uri="{FF2B5EF4-FFF2-40B4-BE49-F238E27FC236}">
                <a16:creationId xmlns:a16="http://schemas.microsoft.com/office/drawing/2014/main" id="{631A7B54-3DCC-13CA-64DB-50558B35A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796" y="214207"/>
            <a:ext cx="2196215" cy="62226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AFAFE-BE90-44C3-C4ED-ECA3A7D65B5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D3E7B2-12EC-44A6-37BE-F3EBC6104FE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6">
            <a:extLst>
              <a:ext uri="{FF2B5EF4-FFF2-40B4-BE49-F238E27FC236}">
                <a16:creationId xmlns:a16="http://schemas.microsoft.com/office/drawing/2014/main" id="{660CF512-B22E-EAF3-9327-A679B254C12D}"/>
              </a:ext>
            </a:extLst>
          </p:cNvPr>
          <p:cNvSpPr/>
          <p:nvPr/>
        </p:nvSpPr>
        <p:spPr>
          <a:xfrm>
            <a:off x="189399" y="14987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miércoles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explorando auditivamente elementos que estaban dentro de unos conejitos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Usando dactilopintura realizamos un títere de vaca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no olvides traer mañana los frijoles en vaina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7">
            <a:extLst>
              <a:ext uri="{FF2B5EF4-FFF2-40B4-BE49-F238E27FC236}">
                <a16:creationId xmlns:a16="http://schemas.microsoft.com/office/drawing/2014/main" id="{C80F9F0F-B014-1E79-C160-C704511C02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343683" y="131106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8">
            <a:extLst>
              <a:ext uri="{FF2B5EF4-FFF2-40B4-BE49-F238E27FC236}">
                <a16:creationId xmlns:a16="http://schemas.microsoft.com/office/drawing/2014/main" id="{9FCF0466-FCC9-AE11-D2AE-81E04F5A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210994" y="6831976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9">
            <a:extLst>
              <a:ext uri="{FF2B5EF4-FFF2-40B4-BE49-F238E27FC236}">
                <a16:creationId xmlns:a16="http://schemas.microsoft.com/office/drawing/2014/main" id="{DBEE4CB6-8E35-B350-FE17-17165BF71C4F}"/>
              </a:ext>
            </a:extLst>
          </p:cNvPr>
          <p:cNvSpPr/>
          <p:nvPr/>
        </p:nvSpPr>
        <p:spPr>
          <a:xfrm>
            <a:off x="3311792" y="131106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miércoles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explorando auditivamente elementos que estaban dentro de unos conejitos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Usando dactilopintura realizamos un títere de vaca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no olvides traer mañana los frijoles en vaina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10">
            <a:extLst>
              <a:ext uri="{FF2B5EF4-FFF2-40B4-BE49-F238E27FC236}">
                <a16:creationId xmlns:a16="http://schemas.microsoft.com/office/drawing/2014/main" id="{23EA1F68-90B9-2707-F0F9-942C3619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466075" y="247217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11">
            <a:extLst>
              <a:ext uri="{FF2B5EF4-FFF2-40B4-BE49-F238E27FC236}">
                <a16:creationId xmlns:a16="http://schemas.microsoft.com/office/drawing/2014/main" id="{CA9D8301-CB30-00CF-04DB-62CA618A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333387" y="694809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12">
            <a:extLst>
              <a:ext uri="{FF2B5EF4-FFF2-40B4-BE49-F238E27FC236}">
                <a16:creationId xmlns:a16="http://schemas.microsoft.com/office/drawing/2014/main" id="{AA666D6F-F4D5-1312-2892-2C9ED906AC59}"/>
              </a:ext>
            </a:extLst>
          </p:cNvPr>
          <p:cNvSpPr/>
          <p:nvPr/>
        </p:nvSpPr>
        <p:spPr>
          <a:xfrm>
            <a:off x="6512000" y="131106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miércoles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explorando auditivamente elementos que estaban dentro de unos conejitos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Usando dactilopintura realizamos un títere de vaca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no olvides traer mañana los frijoles en vaina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3">
            <a:extLst>
              <a:ext uri="{FF2B5EF4-FFF2-40B4-BE49-F238E27FC236}">
                <a16:creationId xmlns:a16="http://schemas.microsoft.com/office/drawing/2014/main" id="{9DDA440B-7F7A-70FA-EA28-603AC3150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666283" y="247217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4">
            <a:extLst>
              <a:ext uri="{FF2B5EF4-FFF2-40B4-BE49-F238E27FC236}">
                <a16:creationId xmlns:a16="http://schemas.microsoft.com/office/drawing/2014/main" id="{B64BB77B-064E-0727-7873-D457A47B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533595" y="694809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lindo pez tropical - una imagen para colorear. peces ...">
            <a:extLst>
              <a:ext uri="{FF2B5EF4-FFF2-40B4-BE49-F238E27FC236}">
                <a16:creationId xmlns:a16="http://schemas.microsoft.com/office/drawing/2014/main" id="{DFE17806-C348-21CF-C54E-97A2396EF6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1584574" y="638249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F1B0FC0-4812-3B42-B398-5BF558C6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1058" y="136804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0AD1C13-6306-1643-14CC-5B3E6A14E244}"/>
              </a:ext>
            </a:extLst>
          </p:cNvPr>
          <p:cNvGraphicFramePr>
            <a:graphicFrameLocks noGrp="1"/>
          </p:cNvGraphicFramePr>
          <p:nvPr/>
        </p:nvGraphicFramePr>
        <p:xfrm>
          <a:off x="134435" y="259991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1511654559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2627896685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2811521557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286543"/>
                  </a:ext>
                </a:extLst>
              </a:tr>
            </a:tbl>
          </a:graphicData>
        </a:graphic>
      </p:graphicFrame>
      <p:pic>
        <p:nvPicPr>
          <p:cNvPr id="5" name="Picture 2" descr="Comida de perro - Iconos gratis de animales">
            <a:extLst>
              <a:ext uri="{FF2B5EF4-FFF2-40B4-BE49-F238E27FC236}">
                <a16:creationId xmlns:a16="http://schemas.microsoft.com/office/drawing/2014/main" id="{455C043F-6919-8845-98A0-0F9981DEB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23205" y="318275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4" descr="lindo pez tropical - una imagen para colorear. peces ...">
            <a:extLst>
              <a:ext uri="{FF2B5EF4-FFF2-40B4-BE49-F238E27FC236}">
                <a16:creationId xmlns:a16="http://schemas.microsoft.com/office/drawing/2014/main" id="{9ADDBA30-25B9-3D79-9036-86445563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1608732" y="2386527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CD95FCEE-5914-999B-43DC-047BB90F1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35226" y="1885082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8" name="Tabla 31">
            <a:extLst>
              <a:ext uri="{FF2B5EF4-FFF2-40B4-BE49-F238E27FC236}">
                <a16:creationId xmlns:a16="http://schemas.microsoft.com/office/drawing/2014/main" id="{CEA76F24-A837-6F2B-A687-716CAAC13275}"/>
              </a:ext>
            </a:extLst>
          </p:cNvPr>
          <p:cNvGraphicFramePr>
            <a:graphicFrameLocks noGrp="1"/>
          </p:cNvGraphicFramePr>
          <p:nvPr/>
        </p:nvGraphicFramePr>
        <p:xfrm>
          <a:off x="158593" y="2008269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375472352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3275967764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1430593052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440940"/>
                  </a:ext>
                </a:extLst>
              </a:tr>
            </a:tbl>
          </a:graphicData>
        </a:graphic>
      </p:graphicFrame>
      <p:pic>
        <p:nvPicPr>
          <p:cNvPr id="9" name="Picture 2" descr="Comida de perro - Iconos gratis de animales">
            <a:extLst>
              <a:ext uri="{FF2B5EF4-FFF2-40B4-BE49-F238E27FC236}">
                <a16:creationId xmlns:a16="http://schemas.microsoft.com/office/drawing/2014/main" id="{106DA42F-5E38-E999-D249-E8F9D37AF6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47363" y="2066553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lindo pez tropical - una imagen para colorear. peces ...">
            <a:extLst>
              <a:ext uri="{FF2B5EF4-FFF2-40B4-BE49-F238E27FC236}">
                <a16:creationId xmlns:a16="http://schemas.microsoft.com/office/drawing/2014/main" id="{16BFE14F-D267-8404-3EE8-E9286E31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6235194" y="638249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4CAAB2BD-F839-4CCE-D1E6-7CE0E3ECC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61678" y="136804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2" name="Tabla 35">
            <a:extLst>
              <a:ext uri="{FF2B5EF4-FFF2-40B4-BE49-F238E27FC236}">
                <a16:creationId xmlns:a16="http://schemas.microsoft.com/office/drawing/2014/main" id="{03C5B4B5-03F2-823A-7D7E-0E9A352EAB27}"/>
              </a:ext>
            </a:extLst>
          </p:cNvPr>
          <p:cNvGraphicFramePr>
            <a:graphicFrameLocks noGrp="1"/>
          </p:cNvGraphicFramePr>
          <p:nvPr/>
        </p:nvGraphicFramePr>
        <p:xfrm>
          <a:off x="4785055" y="259991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1879398356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4008787343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3438859940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034189"/>
                  </a:ext>
                </a:extLst>
              </a:tr>
            </a:tbl>
          </a:graphicData>
        </a:graphic>
      </p:graphicFrame>
      <p:pic>
        <p:nvPicPr>
          <p:cNvPr id="13" name="Picture 2" descr="Comida de perro - Iconos gratis de animales">
            <a:extLst>
              <a:ext uri="{FF2B5EF4-FFF2-40B4-BE49-F238E27FC236}">
                <a16:creationId xmlns:a16="http://schemas.microsoft.com/office/drawing/2014/main" id="{B88945EA-EBEC-5D76-7604-74547DCA47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73816" y="318275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4" descr="lindo pez tropical - una imagen para colorear. peces ...">
            <a:extLst>
              <a:ext uri="{FF2B5EF4-FFF2-40B4-BE49-F238E27FC236}">
                <a16:creationId xmlns:a16="http://schemas.microsoft.com/office/drawing/2014/main" id="{28AD99E2-5C4B-05BE-1213-15A7EA71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6259352" y="2386527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B42176C6-2E0D-1474-CE0A-F1AE8BD87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85846" y="1885082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6" name="Tabla 39">
            <a:extLst>
              <a:ext uri="{FF2B5EF4-FFF2-40B4-BE49-F238E27FC236}">
                <a16:creationId xmlns:a16="http://schemas.microsoft.com/office/drawing/2014/main" id="{18C0A6F5-CCC1-E5F4-3586-C81F4D3BEA0A}"/>
              </a:ext>
            </a:extLst>
          </p:cNvPr>
          <p:cNvGraphicFramePr>
            <a:graphicFrameLocks noGrp="1"/>
          </p:cNvGraphicFramePr>
          <p:nvPr/>
        </p:nvGraphicFramePr>
        <p:xfrm>
          <a:off x="4809213" y="2008269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470697216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4222653198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4266534021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408433"/>
                  </a:ext>
                </a:extLst>
              </a:tr>
            </a:tbl>
          </a:graphicData>
        </a:graphic>
      </p:graphicFrame>
      <p:pic>
        <p:nvPicPr>
          <p:cNvPr id="17" name="Picture 2" descr="Comida de perro - Iconos gratis de animales">
            <a:extLst>
              <a:ext uri="{FF2B5EF4-FFF2-40B4-BE49-F238E27FC236}">
                <a16:creationId xmlns:a16="http://schemas.microsoft.com/office/drawing/2014/main" id="{71524ADF-593B-BA8F-8C42-20E994ED69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97983" y="2066553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4" descr="lindo pez tropical - una imagen para colorear. peces ...">
            <a:extLst>
              <a:ext uri="{FF2B5EF4-FFF2-40B4-BE49-F238E27FC236}">
                <a16:creationId xmlns:a16="http://schemas.microsoft.com/office/drawing/2014/main" id="{10F55C4C-80A2-CB6C-7185-05B9596D9D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1584574" y="4186405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5812861B-DA6C-3F4E-CD41-AFB0D78C5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1058" y="3684950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0" name="Tabla 43">
            <a:extLst>
              <a:ext uri="{FF2B5EF4-FFF2-40B4-BE49-F238E27FC236}">
                <a16:creationId xmlns:a16="http://schemas.microsoft.com/office/drawing/2014/main" id="{3B2EF152-3E59-25C5-5B1A-9C71B5A7CFAD}"/>
              </a:ext>
            </a:extLst>
          </p:cNvPr>
          <p:cNvGraphicFramePr>
            <a:graphicFrameLocks noGrp="1"/>
          </p:cNvGraphicFramePr>
          <p:nvPr/>
        </p:nvGraphicFramePr>
        <p:xfrm>
          <a:off x="134435" y="3808146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1519259172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574733700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2848897090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686026"/>
                  </a:ext>
                </a:extLst>
              </a:tr>
            </a:tbl>
          </a:graphicData>
        </a:graphic>
      </p:graphicFrame>
      <p:pic>
        <p:nvPicPr>
          <p:cNvPr id="21" name="Picture 2" descr="Comida de perro - Iconos gratis de animales">
            <a:extLst>
              <a:ext uri="{FF2B5EF4-FFF2-40B4-BE49-F238E27FC236}">
                <a16:creationId xmlns:a16="http://schemas.microsoft.com/office/drawing/2014/main" id="{8429E62E-735C-D062-7BAA-E47092D03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23205" y="3866421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2" name="Picture 4" descr="lindo pez tropical - una imagen para colorear. peces ...">
            <a:extLst>
              <a:ext uri="{FF2B5EF4-FFF2-40B4-BE49-F238E27FC236}">
                <a16:creationId xmlns:a16="http://schemas.microsoft.com/office/drawing/2014/main" id="{04B1646D-C54D-4289-F293-149566B2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6235194" y="4186405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E3D31211-947D-6E9C-031C-C1800AA13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61678" y="3684950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4" name="Tabla 47">
            <a:extLst>
              <a:ext uri="{FF2B5EF4-FFF2-40B4-BE49-F238E27FC236}">
                <a16:creationId xmlns:a16="http://schemas.microsoft.com/office/drawing/2014/main" id="{67581E73-D575-35F7-E2C5-605021438160}"/>
              </a:ext>
            </a:extLst>
          </p:cNvPr>
          <p:cNvGraphicFramePr>
            <a:graphicFrameLocks noGrp="1"/>
          </p:cNvGraphicFramePr>
          <p:nvPr/>
        </p:nvGraphicFramePr>
        <p:xfrm>
          <a:off x="4785055" y="3808146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654634300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1504349573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3372188596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997982"/>
                  </a:ext>
                </a:extLst>
              </a:tr>
            </a:tbl>
          </a:graphicData>
        </a:graphic>
      </p:graphicFrame>
      <p:pic>
        <p:nvPicPr>
          <p:cNvPr id="25" name="Picture 2" descr="Comida de perro - Iconos gratis de animales">
            <a:extLst>
              <a:ext uri="{FF2B5EF4-FFF2-40B4-BE49-F238E27FC236}">
                <a16:creationId xmlns:a16="http://schemas.microsoft.com/office/drawing/2014/main" id="{51F51607-76DC-7221-FDA0-950F8BB4F1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73816" y="3866421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80E0B-2CC1-D3DD-6BA3-2274D031100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113FD6-205F-EA4C-51CD-E1B33F01376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B568F2A-6DA8-F270-EF64-108B5B3888D9}"/>
              </a:ext>
            </a:extLst>
          </p:cNvPr>
          <p:cNvSpPr/>
          <p:nvPr/>
        </p:nvSpPr>
        <p:spPr>
          <a:xfrm>
            <a:off x="289608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grafomotricidad potenciando nuestra precisión en los trazos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Potenciando nuestra coordinación óculo manual realizamos una actividad de insertado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con goteros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la vida diaria fortalecimos la pinza fina al abrir los fríjoles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29B9F5-E39E-62C4-0C1C-92BC75118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44389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5E456E0-EE1C-5F9E-C7BE-1B8B0717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311203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14">
            <a:extLst>
              <a:ext uri="{FF2B5EF4-FFF2-40B4-BE49-F238E27FC236}">
                <a16:creationId xmlns:a16="http://schemas.microsoft.com/office/drawing/2014/main" id="{63D9E518-A994-4B47-971D-979C4E442289}"/>
              </a:ext>
            </a:extLst>
          </p:cNvPr>
          <p:cNvSpPr/>
          <p:nvPr/>
        </p:nvSpPr>
        <p:spPr>
          <a:xfrm>
            <a:off x="3398998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grafomotricidad potenciando nuestra precisión en los trazos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Potenciando nuestra coordinación óculo manual realizamos una actividad de insertado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con goteros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la vida diaria fortalecimos la pinza fina al abrir los fríjoles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15">
            <a:extLst>
              <a:ext uri="{FF2B5EF4-FFF2-40B4-BE49-F238E27FC236}">
                <a16:creationId xmlns:a16="http://schemas.microsoft.com/office/drawing/2014/main" id="{F130A1D6-5E21-F154-E018-457BAF37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55328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16">
            <a:extLst>
              <a:ext uri="{FF2B5EF4-FFF2-40B4-BE49-F238E27FC236}">
                <a16:creationId xmlns:a16="http://schemas.microsoft.com/office/drawing/2014/main" id="{4D2AE5E7-C822-AC44-513E-A738BB58B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420584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17">
            <a:extLst>
              <a:ext uri="{FF2B5EF4-FFF2-40B4-BE49-F238E27FC236}">
                <a16:creationId xmlns:a16="http://schemas.microsoft.com/office/drawing/2014/main" id="{23C2A69F-3A1E-A376-729A-D7202BF22302}"/>
              </a:ext>
            </a:extLst>
          </p:cNvPr>
          <p:cNvSpPr/>
          <p:nvPr/>
        </p:nvSpPr>
        <p:spPr>
          <a:xfrm>
            <a:off x="6508379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grafomotricidad potenciando nuestra precisión en los trazos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Potenciando nuestra coordinación óculo manual realizamos una actividad de insertado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con goteros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la vida diaria fortalecimos la pinza fina al abrir los fríjoles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8">
            <a:extLst>
              <a:ext uri="{FF2B5EF4-FFF2-40B4-BE49-F238E27FC236}">
                <a16:creationId xmlns:a16="http://schemas.microsoft.com/office/drawing/2014/main" id="{81EBD991-D0CB-36D5-939B-048A221C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66267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9">
            <a:extLst>
              <a:ext uri="{FF2B5EF4-FFF2-40B4-BE49-F238E27FC236}">
                <a16:creationId xmlns:a16="http://schemas.microsoft.com/office/drawing/2014/main" id="{F65114AB-377F-DD14-9422-ECAADE5D4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529974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7F661A28-6243-E3CD-9FBD-8594B3E66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642183" y="379439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46A920C-28F0-96B1-DCF7-F93D4B76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10301" y="379439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23928C80-E48E-8EF1-F51A-C7DB9922D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1858152" y="2130058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D8F4866-C7F0-9BBE-73E7-EE08F7264FD9}"/>
              </a:ext>
            </a:extLst>
          </p:cNvPr>
          <p:cNvGraphicFramePr>
            <a:graphicFrameLocks noGrp="1"/>
          </p:cNvGraphicFramePr>
          <p:nvPr/>
        </p:nvGraphicFramePr>
        <p:xfrm>
          <a:off x="213283" y="307677"/>
          <a:ext cx="6296430" cy="328961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74103">
                  <a:extLst>
                    <a:ext uri="{9D8B030D-6E8A-4147-A177-3AD203B41FA5}">
                      <a16:colId xmlns:a16="http://schemas.microsoft.com/office/drawing/2014/main" val="1573690009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1016849831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1071640410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3724829741"/>
                    </a:ext>
                  </a:extLst>
                </a:gridCol>
              </a:tblGrid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815884"/>
                  </a:ext>
                </a:extLst>
              </a:tr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965463"/>
                  </a:ext>
                </a:extLst>
              </a:tr>
            </a:tbl>
          </a:graphicData>
        </a:graphic>
      </p:graphicFrame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D620D4CC-0F2B-A806-2BD4-8D323B8C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5006367" y="2222485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E537F13D-F315-A866-6E7E-2153B79101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2125184" y="307677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34300991-4DA3-0123-D4F7-DA2273F0A1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10301" y="2041178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EBA2FF21-080C-1A6A-C53C-F6FB5503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5457066" y="307677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D4339D62-3D49-681D-DD0E-5055ACADA7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489825" y="2041178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FBC83C0-7BB4-0E25-A3B7-4DFE8C24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642183" y="3896587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3D734CC2-1F4B-8FE7-5EA5-7450CEF3C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10301" y="3896587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8681262E-AF95-04BD-005B-967AB66B5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1858152" y="5647206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4" name="Tabla 15">
            <a:extLst>
              <a:ext uri="{FF2B5EF4-FFF2-40B4-BE49-F238E27FC236}">
                <a16:creationId xmlns:a16="http://schemas.microsoft.com/office/drawing/2014/main" id="{B64135F2-04C4-14A7-AB66-3AA4E77898F0}"/>
              </a:ext>
            </a:extLst>
          </p:cNvPr>
          <p:cNvGraphicFramePr>
            <a:graphicFrameLocks noGrp="1"/>
          </p:cNvGraphicFramePr>
          <p:nvPr/>
        </p:nvGraphicFramePr>
        <p:xfrm>
          <a:off x="213283" y="3824825"/>
          <a:ext cx="6296430" cy="328961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74103">
                  <a:extLst>
                    <a:ext uri="{9D8B030D-6E8A-4147-A177-3AD203B41FA5}">
                      <a16:colId xmlns:a16="http://schemas.microsoft.com/office/drawing/2014/main" val="1450649030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3228214985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273231162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2625059205"/>
                    </a:ext>
                  </a:extLst>
                </a:gridCol>
              </a:tblGrid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353843"/>
                  </a:ext>
                </a:extLst>
              </a:tr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39081"/>
                  </a:ext>
                </a:extLst>
              </a:tr>
            </a:tbl>
          </a:graphicData>
        </a:graphic>
      </p:graphicFrame>
      <p:pic>
        <p:nvPicPr>
          <p:cNvPr id="15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0568E776-AC1D-0BC1-1A96-ACC5DCF0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5006367" y="5739633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76027E23-D5EF-204F-7705-294A5C56EC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2125184" y="3824825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23A0148-547F-F8E1-6225-D85F341A21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10301" y="5558326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47AF2B41-8AD4-0555-1413-A96A9529D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5457066" y="3824825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2A700F10-9DD8-8DAD-3133-BD4DD087BC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489825" y="5558326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E2D96-1EE5-66B4-2A16-4E3C9FDF66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FAAA82-EA6A-9AE0-0F33-7E9CA82E786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4733E380-19D9-8C5D-FCE1-BB8D84CC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97"/>
          <a:stretch>
            <a:fillRect/>
          </a:stretch>
        </p:blipFill>
        <p:spPr>
          <a:xfrm>
            <a:off x="0" y="0"/>
            <a:ext cx="4747363" cy="77008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n 5">
            <a:extLst>
              <a:ext uri="{FF2B5EF4-FFF2-40B4-BE49-F238E27FC236}">
                <a16:creationId xmlns:a16="http://schemas.microsoft.com/office/drawing/2014/main" id="{C74900EF-9F13-0742-5DC7-19F7CB4F6C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97"/>
          <a:stretch>
            <a:fillRect/>
          </a:stretch>
        </p:blipFill>
        <p:spPr>
          <a:xfrm>
            <a:off x="4747363" y="0"/>
            <a:ext cx="4747363" cy="77008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{{NOMBRE}}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7EC1C217-E7BC-9BB8-6346-B23E1C5A9122}"/>
              </a:ext>
            </a:extLst>
          </p:cNvPr>
          <p:cNvSpPr txBox="1"/>
          <p:nvPr/>
        </p:nvSpPr>
        <p:spPr>
          <a:xfrm>
            <a:off x="360611" y="218943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0ECB64BE-7929-CAC7-33C1-BCD04D28375A}"/>
              </a:ext>
            </a:extLst>
          </p:cNvPr>
          <p:cNvSpPr txBox="1"/>
          <p:nvPr/>
        </p:nvSpPr>
        <p:spPr>
          <a:xfrm>
            <a:off x="360611" y="1517556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4" name="CuadroTexto 7">
            <a:extLst>
              <a:ext uri="{FF2B5EF4-FFF2-40B4-BE49-F238E27FC236}">
                <a16:creationId xmlns:a16="http://schemas.microsoft.com/office/drawing/2014/main" id="{23AC723B-5D1F-0906-4C17-B7202FF3DE9E}"/>
              </a:ext>
            </a:extLst>
          </p:cNvPr>
          <p:cNvSpPr txBox="1"/>
          <p:nvPr/>
        </p:nvSpPr>
        <p:spPr>
          <a:xfrm>
            <a:off x="360611" y="2816178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5" name="CuadroTexto 8">
            <a:extLst>
              <a:ext uri="{FF2B5EF4-FFF2-40B4-BE49-F238E27FC236}">
                <a16:creationId xmlns:a16="http://schemas.microsoft.com/office/drawing/2014/main" id="{FA6D0DE5-49DC-8CDD-19B0-331356C522F0}"/>
              </a:ext>
            </a:extLst>
          </p:cNvPr>
          <p:cNvSpPr txBox="1"/>
          <p:nvPr/>
        </p:nvSpPr>
        <p:spPr>
          <a:xfrm>
            <a:off x="360611" y="4114800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6" name="CuadroTexto 9">
            <a:extLst>
              <a:ext uri="{FF2B5EF4-FFF2-40B4-BE49-F238E27FC236}">
                <a16:creationId xmlns:a16="http://schemas.microsoft.com/office/drawing/2014/main" id="{2FFAD46E-F8D5-5019-9A00-54C9EE7DF430}"/>
              </a:ext>
            </a:extLst>
          </p:cNvPr>
          <p:cNvSpPr txBox="1"/>
          <p:nvPr/>
        </p:nvSpPr>
        <p:spPr>
          <a:xfrm>
            <a:off x="360611" y="5413412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0B5AA1CA-2479-9C42-E73C-F43270EB3DCD}"/>
              </a:ext>
            </a:extLst>
          </p:cNvPr>
          <p:cNvSpPr txBox="1"/>
          <p:nvPr/>
        </p:nvSpPr>
        <p:spPr>
          <a:xfrm>
            <a:off x="4121237" y="218943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8" name="CuadroTexto 11">
            <a:extLst>
              <a:ext uri="{FF2B5EF4-FFF2-40B4-BE49-F238E27FC236}">
                <a16:creationId xmlns:a16="http://schemas.microsoft.com/office/drawing/2014/main" id="{337268DB-FA50-3A55-EBE5-57A0CDAD20D9}"/>
              </a:ext>
            </a:extLst>
          </p:cNvPr>
          <p:cNvSpPr txBox="1"/>
          <p:nvPr/>
        </p:nvSpPr>
        <p:spPr>
          <a:xfrm>
            <a:off x="4121237" y="1517556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007D4ECE-2882-B682-7B6B-648DAD08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59" y="154807"/>
            <a:ext cx="4552742" cy="12086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6">
            <a:extLst>
              <a:ext uri="{FF2B5EF4-FFF2-40B4-BE49-F238E27FC236}">
                <a16:creationId xmlns:a16="http://schemas.microsoft.com/office/drawing/2014/main" id="{09340DA2-C9AF-7409-C116-FF12179DC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59" y="1363452"/>
            <a:ext cx="4552742" cy="11226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n 8">
            <a:extLst>
              <a:ext uri="{FF2B5EF4-FFF2-40B4-BE49-F238E27FC236}">
                <a16:creationId xmlns:a16="http://schemas.microsoft.com/office/drawing/2014/main" id="{7C789D19-2D23-62E3-FAAD-E4158A696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59" y="2789733"/>
            <a:ext cx="5565029" cy="13588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n 10">
            <a:extLst>
              <a:ext uri="{FF2B5EF4-FFF2-40B4-BE49-F238E27FC236}">
                <a16:creationId xmlns:a16="http://schemas.microsoft.com/office/drawing/2014/main" id="{354FD5ED-B5B9-2061-4FD3-3E9EE70DE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12314"/>
            <a:ext cx="9756776" cy="131087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11">
            <a:extLst>
              <a:ext uri="{FF2B5EF4-FFF2-40B4-BE49-F238E27FC236}">
                <a16:creationId xmlns:a16="http://schemas.microsoft.com/office/drawing/2014/main" id="{48A104BE-EDAF-4C30-1143-58122F58C2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815"/>
          <a:stretch>
            <a:fillRect/>
          </a:stretch>
        </p:blipFill>
        <p:spPr>
          <a:xfrm>
            <a:off x="216959" y="5486555"/>
            <a:ext cx="6457520" cy="131087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13">
            <a:extLst>
              <a:ext uri="{FF2B5EF4-FFF2-40B4-BE49-F238E27FC236}">
                <a16:creationId xmlns:a16="http://schemas.microsoft.com/office/drawing/2014/main" id="{7F029A9F-4276-BB47-1FF5-D0DEC52B2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9413" y="260786"/>
            <a:ext cx="3763432" cy="99668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15">
            <a:extLst>
              <a:ext uri="{FF2B5EF4-FFF2-40B4-BE49-F238E27FC236}">
                <a16:creationId xmlns:a16="http://schemas.microsoft.com/office/drawing/2014/main" id="{025887B9-4F6E-028A-7AE9-5930C6715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88" y="1610596"/>
            <a:ext cx="4602092" cy="91493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17">
            <a:extLst>
              <a:ext uri="{FF2B5EF4-FFF2-40B4-BE49-F238E27FC236}">
                <a16:creationId xmlns:a16="http://schemas.microsoft.com/office/drawing/2014/main" id="{2D4EC53D-7EC2-CB58-10E0-F58E03A172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8948" y="2878668"/>
            <a:ext cx="4445721" cy="11130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1ED92-17DA-598B-D2B7-54BCAC99975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27B2E-EFDC-47B2-E7CC-F8910ACE698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4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F2897D64-8FC3-C7E2-4503-C3E6357A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3" t="55592" r="13623" b="2912"/>
          <a:stretch>
            <a:fillRect/>
          </a:stretch>
        </p:blipFill>
        <p:spPr>
          <a:xfrm rot="5400013">
            <a:off x="-1919546" y="2330138"/>
            <a:ext cx="7322314" cy="31152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3A3E0A5C-5352-8806-9C4C-4C47B6EC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3" t="55592" r="13623" b="2912"/>
          <a:stretch>
            <a:fillRect/>
          </a:stretch>
        </p:blipFill>
        <p:spPr>
          <a:xfrm rot="5400013">
            <a:off x="1238719" y="2330138"/>
            <a:ext cx="7322314" cy="31152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4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6E04A01A-D7EA-030B-D017-C9FCA068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3" t="55592" r="13623" b="2912"/>
          <a:stretch>
            <a:fillRect/>
          </a:stretch>
        </p:blipFill>
        <p:spPr>
          <a:xfrm rot="5400013">
            <a:off x="4396983" y="2330138"/>
            <a:ext cx="7322314" cy="311528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F281C-5E5B-3880-40B2-10BA7DE652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539FAC-6345-172E-3EB3-A3A062CB054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2F77FD3-6BCD-E40D-04D7-EA2AA1B92E4F}"/>
              </a:ext>
            </a:extLst>
          </p:cNvPr>
          <p:cNvSpPr/>
          <p:nvPr/>
        </p:nvSpPr>
        <p:spPr>
          <a:xfrm>
            <a:off x="289608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en diferentes actividades sensoriales para así construir un salpicón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Disfrutamos de una lectura en voz alta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correlación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Realizando el circuito motor clasificando elementos por color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Tuvimos un espacio de juego libre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EE2145-4ADF-6DCB-91AE-CFD0DB46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44389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3C6409-40FC-49F6-C1D5-3F3CDDED62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311203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ACEA4-6300-4D45-AB9B-2C001FA7CFD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6683E1-63DA-F8B5-6EBB-6A4E51F5652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1CBC34-9550-A8D8-A5DF-095BF92B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3" t="3878" b="48061"/>
          <a:stretch>
            <a:fillRect/>
          </a:stretch>
        </p:blipFill>
        <p:spPr>
          <a:xfrm>
            <a:off x="-28364" y="86502"/>
            <a:ext cx="9785140" cy="289147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n 5">
            <a:extLst>
              <a:ext uri="{FF2B5EF4-FFF2-40B4-BE49-F238E27FC236}">
                <a16:creationId xmlns:a16="http://schemas.microsoft.com/office/drawing/2014/main" id="{EA3B53AE-46CE-0225-E1E6-74BE3C1BD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3" t="52533" r="-1524" b="-594"/>
          <a:stretch>
            <a:fillRect/>
          </a:stretch>
        </p:blipFill>
        <p:spPr>
          <a:xfrm>
            <a:off x="-28364" y="2977981"/>
            <a:ext cx="9937543" cy="28914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29509</TotalTime>
  <Words>1436</Words>
  <Application>Microsoft Office PowerPoint</Application>
  <PresentationFormat>Panorámica</PresentationFormat>
  <Paragraphs>651</Paragraphs>
  <Slides>25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Raleway Dots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Paula Alfonso Castro</dc:creator>
  <cp:lastModifiedBy>Kevin Rincon</cp:lastModifiedBy>
  <cp:revision>27</cp:revision>
  <cp:lastPrinted>2025-03-15T15:45:23Z</cp:lastPrinted>
  <dcterms:created xsi:type="dcterms:W3CDTF">2025-03-02T13:51:43Z</dcterms:created>
  <dcterms:modified xsi:type="dcterms:W3CDTF">2026-02-02T04:10:20Z</dcterms:modified>
</cp:coreProperties>
</file>