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73" r:id="rId3"/>
    <p:sldId id="331" r:id="rId5"/>
    <p:sldId id="333" r:id="rId6"/>
    <p:sldId id="332" r:id="rId8"/>
    <p:sldId id="339" r:id="rId9"/>
    <p:sldId id="334" r:id="rId10"/>
    <p:sldId id="278" r:id="rId13"/>
    <p:sldId id="337" r:id="rId14"/>
    <p:sldId id="261" r:id="rId16"/>
    <p:sldId id="335" r:id="rId17"/>
    <p:sldId id="276" r:id="rId19"/>
    <p:sldId id="341" r:id="rId20"/>
    <p:sldId id="400" r:id="rId22"/>
    <p:sldId id="342" r:id="rId23"/>
    <p:sldId id="268" r:id="rId24"/>
    <p:sldId id="399" r:id="rId25"/>
    <p:sldId id="401" r:id="rId26"/>
    <p:sldId id="402" r:id="rId32"/>
    <p:sldId id="403" r:id="rId33"/>
    <p:sldId id="404" r:id="rId34"/>
    <p:sldId id="405" r:id="rId35"/>
    <p:sldId id="406" r:id="rId36"/>
    <p:sldId id="407" r:id="rId37"/>
    <p:sldId id="408" r:id="rId38"/>
    <p:sldId id="409" r:id="rId39"/>
    <p:sldId id="410" r:id="rId40"/>
    <p:sldId id="411" r:id="rId41"/>
    <p:sldId id="412" r:id="rId42"/>
    <p:sldId id="413" r:id="rId43"/>
    <p:sldId id="414" r:id="rId44"/>
    <p:sldId id="415" r:id="rId45"/>
    <p:sldId id="416" r:id="rId46"/>
    <p:sldId id="417" r:id="rId47"/>
    <p:sldId id="418" r:id="rId48"/>
    <p:sldId id="419" r:id="rId49"/>
    <p:sldId id="420" r:id="rId50"/>
    <p:sldId id="421" r:id="rId51"/>
    <p:sldId id="422" r:id="rId52"/>
    <p:sldId id="423" r:id="rId53"/>
    <p:sldId id="424" r:id="rId54"/>
    <p:sldId id="425" r:id="rId55"/>
    <p:sldId id="426" r:id="rId56"/>
    <p:sldId id="427" r:id="rId57"/>
    <p:sldId id="428" r:id="rId58"/>
    <p:sldId id="429" r:id="rId59"/>
    <p:sldId id="430" r:id="rId60"/>
    <p:sldId id="431" r:id="rId61"/>
    <p:sldId id="432" r:id="rId62"/>
    <p:sldId id="433" r:id="rId63"/>
    <p:sldId id="434" r:id="rId64"/>
    <p:sldId id="435" r:id="rId65"/>
    <p:sldId id="436" r:id="rId66"/>
    <p:sldId id="437" r:id="rId67"/>
    <p:sldId id="438" r:id="rId68"/>
    <p:sldId id="439" r:id="rId69"/>
    <p:sldId id="440" r:id="rId70"/>
    <p:sldId id="441" r:id="rId71"/>
    <p:sldId id="442" r:id="rId72"/>
    <p:sldId id="443" r:id="rId73"/>
    <p:sldId id="444" r:id="rId74"/>
    <p:sldId id="445" r:id="rId75"/>
    <p:sldId id="446" r:id="rId76"/>
    <p:sldId id="447" r:id="rId77"/>
    <p:sldId id="448" r:id="rId78"/>
    <p:sldId id="449" r:id="rId79"/>
    <p:sldId id="450" r:id="rId80"/>
    <p:sldId id="451" r:id="rId81"/>
    <p:sldId id="452" r:id="rId82"/>
    <p:sldId id="453" r:id="rId83"/>
    <p:sldId id="454" r:id="rId84"/>
    <p:sldId id="455" r:id="rId85"/>
    <p:sldId id="456" r:id="rId86"/>
    <p:sldId id="457" r:id="rId87"/>
  </p:sldIdLst>
  <p:sldSz cx="9756775" cy="7775575"/>
  <p:notesSz cx="6858000" cy="9313863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99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32265C05-0FC3-F739-AF8A-D8E09D776A35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6731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B88580F-293F-2919-5F89-F86B63CDBC36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6731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B2703E97-A73E-4007-96E2-9C061017A772}" type="datetime1">
              <a:rPr lang="es-MX"/>
              <a:pPr lvl="0"/>
              <a:t>01/02/2026</a:t>
            </a:fld>
            <a:endParaRPr lang="es-MX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id="{55F89FF7-D9F9-C84D-60A3-1D573D05A3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57325" y="1163638"/>
            <a:ext cx="3943349" cy="3143250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id="{AF263BCF-A9B0-7B43-C407-0834BB5177B8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82297"/>
            <a:ext cx="5486400" cy="36673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4A5CDC0-1C46-DDE9-4D86-B065FA2DA1BF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846554"/>
            <a:ext cx="2971800" cy="46731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2CCE169-C59F-86CC-0999-9A4828DADE7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846554"/>
            <a:ext cx="2971800" cy="46731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D3EF118B-3810-4A8C-BE33-227D3C528820}" type="slidenum"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5180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Aptos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Aptos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Aptos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Aptos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Apto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890E8DE-CCEA-5DA8-B34E-F29D048FD4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FA04B6D-73A1-DEB2-B7BE-F63129A0710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s-CO"/>
              <a:t>Hacer pollitos para pegar en ganchos</a:t>
            </a:r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4FD15A-F674-EF3E-D1A6-23668B1B947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C6951FF9-A992-41BC-BD44-B0CEF3353A82}" type="slidenum">
              <a:t>8</a:t>
            </a:fld>
            <a:endParaRPr lang="es-MX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F303352-7787-B626-AE79-5EB25EB34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635CB08-B794-CA98-DB2A-F33A85C086D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s-CO"/>
              <a:t>Hacer huevos en cartón</a:t>
            </a:r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EF6D32-01E4-2260-B05D-CC9B869A3F2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2E6C5089-071E-4B2B-A65E-8ACD2B55BE5F}" type="slidenum">
              <a:t>19</a:t>
            </a:fld>
            <a:endParaRPr lang="es-MX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64ACD-F9CE-A73F-FABC-3013F582739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31757" y="1272533"/>
            <a:ext cx="8293260" cy="2707053"/>
          </a:xfrm>
        </p:spPr>
        <p:txBody>
          <a:bodyPr anchor="b" anchorCtr="1"/>
          <a:lstStyle>
            <a:lvl1pPr algn="ctr">
              <a:defRPr sz="6402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048AC-04FD-6B13-A8D8-66655AD9474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19599" y="4083975"/>
            <a:ext cx="7317577" cy="1877299"/>
          </a:xfrm>
        </p:spPr>
        <p:txBody>
          <a:bodyPr anchorCtr="1"/>
          <a:lstStyle>
            <a:lvl1pPr marL="0" indent="0" algn="ctr">
              <a:buNone/>
              <a:defRPr sz="2561"/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3E075-5DBB-1B53-FC31-FD0EBC70966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D257058-DD69-4AFD-ACFE-0D44B24CF8E5}" type="datetime1">
              <a:rPr lang="es-MX"/>
              <a:pPr lvl="0"/>
              <a:t>01/02/2026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DB8F3-F576-AC86-BB79-51942E7FAB6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E27E8-D5B3-C8AE-9CF2-568F30EA1A2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95BAFC7-5D2A-4953-B218-A48AC06A82DB}" type="slidenum"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49536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48615-1FB4-2E89-FF46-53DAC7CBA64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9BA7B-4BE2-F23B-76A4-802005A0618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01473-2EE9-C1F4-D458-714D1585C22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8229BC9-A868-4E02-8C31-88384EFD5AC3}" type="datetime1">
              <a:rPr lang="es-MX"/>
              <a:pPr lvl="0"/>
              <a:t>01/02/2026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EC8D8-87B1-53EE-5514-0027C2BD639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75336-8C64-9A04-610F-D3231D0793A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E1A3EFC-4DA3-45AD-B51E-946D97F92A7A}" type="slidenum"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646029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ED299-06D7-6DE2-8ACD-9230BCBC35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5701" y="1938500"/>
            <a:ext cx="8415214" cy="3234424"/>
          </a:xfrm>
        </p:spPr>
        <p:txBody>
          <a:bodyPr anchor="b"/>
          <a:lstStyle>
            <a:lvl1pPr>
              <a:defRPr sz="6402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E58EE-519A-5D61-DBC8-71716E5F38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65701" y="5203521"/>
            <a:ext cx="8415214" cy="1700902"/>
          </a:xfrm>
        </p:spPr>
        <p:txBody>
          <a:bodyPr/>
          <a:lstStyle>
            <a:lvl1pPr marL="0" indent="0">
              <a:buNone/>
              <a:defRPr sz="2561">
                <a:solidFill>
                  <a:srgbClr val="767676"/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4080B-592E-5000-53E1-3DB836A4735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F0B7D6-2916-404C-82A2-BCBA3FAC6859}" type="datetime1">
              <a:rPr lang="es-MX"/>
              <a:pPr lvl="0"/>
              <a:t>01/02/2026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B6284-7F77-9275-B427-1BBBBC19B88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29D8D-E8A1-9223-EEA7-52053318E73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724F931-874D-48E9-99BE-F7EC6CD24968}" type="slidenum"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9862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66BC6-1E81-5D61-9D0A-677FDC14BB6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4A0AB-4E07-CA56-AA84-FE6220BFE0B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70776" y="2069890"/>
            <a:ext cx="4146630" cy="493353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96A418-73B0-FAD1-AC61-8A20CB69D33C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4939369" y="2069890"/>
            <a:ext cx="4146630" cy="493353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A41F4-0B17-B25A-F450-7787996DD32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9CC3310-A1AE-4A40-8F6B-8ED98A05E61D}" type="datetime1">
              <a:rPr lang="es-MX"/>
              <a:pPr lvl="0"/>
              <a:t>01/02/2026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C5982-F249-810F-6508-9F82E7CA516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B4BDD-6255-FB2E-31B6-79E39DBDCD8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E979AB2-0322-4585-A0C3-2A3BE9E77348}" type="slidenum"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8116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30D80-DA10-93FD-17A1-B870E25E42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2047" y="413976"/>
            <a:ext cx="8415214" cy="15029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1C39A-8FAF-A533-FD92-2C07E3C8AE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2047" y="1906094"/>
            <a:ext cx="4127574" cy="934151"/>
          </a:xfrm>
        </p:spPr>
        <p:txBody>
          <a:bodyPr anchor="b"/>
          <a:lstStyle>
            <a:lvl1pPr marL="0" indent="0">
              <a:buNone/>
              <a:defRPr sz="2561" b="1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8392E-D186-8A0D-F3CC-38F987C3667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72047" y="2840245"/>
            <a:ext cx="4127574" cy="41775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B3818C-C142-1EA8-D4D2-CF850814BA72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4939369" y="1906094"/>
            <a:ext cx="4147901" cy="934151"/>
          </a:xfrm>
        </p:spPr>
        <p:txBody>
          <a:bodyPr anchor="b"/>
          <a:lstStyle>
            <a:lvl1pPr marL="0" indent="0">
              <a:buNone/>
              <a:defRPr sz="2561" b="1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7EFD35-AD67-9D59-B011-C0B71BD3E572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4939369" y="2840245"/>
            <a:ext cx="4147901" cy="41775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0E5B4E-0712-895E-8EEC-5E750EA70D3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F6F7FFA-1B2A-4152-9192-42E9EE296113}" type="datetime1">
              <a:rPr lang="es-MX"/>
              <a:pPr lvl="0"/>
              <a:t>01/02/2026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E9E39B-3503-BFFC-6620-701736BC7F6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DAD344-DD7F-B403-7936-63F3B8E8A82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6164A15-DAF0-40C8-82B4-107373B2BACE}" type="slidenum"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4436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5E568-8DAB-B1F0-E171-99EB5751106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848A5E-1740-3547-EDAA-62ABE589B4B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D00720F-4A7D-459C-AFEA-903725404EF8}" type="datetime1">
              <a:rPr lang="es-MX"/>
              <a:pPr lvl="0"/>
              <a:t>01/02/2026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FDA6BD-2BCA-1D14-02CC-7B07B1FDD64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E379BA-DBEA-8410-DF4B-6514145A5F2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096D44E-8B0A-46C3-8CA1-1061FDE4D64D}" type="slidenum"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1902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87A642-9E11-D21F-11BF-7D93F8DDC10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9F92AB-8F4D-4102-AB6B-F95CB1953372}" type="datetime1">
              <a:rPr lang="es-MX"/>
              <a:pPr lvl="0"/>
              <a:t>01/02/2026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50BDAF-EB22-6C52-0558-1896557110F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DCD57-7BD6-AC5B-D86E-C5EFF092CF7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77A9639-A5DA-46CE-816C-28D9DACDB73F}" type="slidenum"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85860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BAB7E-28EF-AE7D-7768-D87B14BAF4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2047" y="518373"/>
            <a:ext cx="3146816" cy="1814297"/>
          </a:xfrm>
        </p:spPr>
        <p:txBody>
          <a:bodyPr anchor="b"/>
          <a:lstStyle>
            <a:lvl1pPr>
              <a:defRPr sz="3414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919E8-377B-1B9E-019A-14287A93282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47901" y="1119536"/>
            <a:ext cx="4939369" cy="5525700"/>
          </a:xfrm>
        </p:spPr>
        <p:txBody>
          <a:bodyPr/>
          <a:lstStyle>
            <a:lvl1pPr>
              <a:defRPr sz="3414"/>
            </a:lvl1pPr>
            <a:lvl2pPr>
              <a:defRPr sz="2988"/>
            </a:lvl2pPr>
            <a:lvl3pPr>
              <a:defRPr sz="2561"/>
            </a:lvl3pPr>
            <a:lvl4pPr>
              <a:defRPr sz="2134"/>
            </a:lvl4pPr>
            <a:lvl5pPr>
              <a:defRPr sz="2134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76EFFA-B58B-ED28-4B72-792874DA920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72047" y="2332670"/>
            <a:ext cx="3146816" cy="4321564"/>
          </a:xfrm>
        </p:spPr>
        <p:txBody>
          <a:bodyPr/>
          <a:lstStyle>
            <a:lvl1pPr marL="0" indent="0">
              <a:buNone/>
              <a:defRPr sz="1707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109E9-6B55-2E83-FF6E-ACEAFAF136B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383983-8212-4D34-9369-BB1F02C73090}" type="datetime1">
              <a:rPr lang="es-MX"/>
              <a:pPr lvl="0"/>
              <a:t>01/02/2026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CF7837-512F-325B-86B3-17F6C8239B4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68D64A-0823-FF57-F472-3F8E31CDE60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E8FB87A-1E40-49DE-9B33-717E48A09D2E}" type="slidenum"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52057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E9DAB-6E3B-1176-D8C0-FB241189FC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2047" y="518373"/>
            <a:ext cx="3146816" cy="1814297"/>
          </a:xfrm>
        </p:spPr>
        <p:txBody>
          <a:bodyPr anchor="b"/>
          <a:lstStyle>
            <a:lvl1pPr>
              <a:defRPr sz="3414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DC1C53-5729-814E-AE14-FD189D992922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4147901" y="1119536"/>
            <a:ext cx="4939369" cy="5525700"/>
          </a:xfrm>
        </p:spPr>
        <p:txBody>
          <a:bodyPr/>
          <a:lstStyle>
            <a:lvl1pPr marL="0" indent="0">
              <a:buNone/>
              <a:defRPr sz="3414"/>
            </a:lvl1pPr>
          </a:lstStyle>
          <a:p>
            <a:pPr lvl="0"/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AC374B-91EA-89BE-F554-C1920C2AA3C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72047" y="2332670"/>
            <a:ext cx="3146816" cy="4321564"/>
          </a:xfrm>
        </p:spPr>
        <p:txBody>
          <a:bodyPr/>
          <a:lstStyle>
            <a:lvl1pPr marL="0" indent="0">
              <a:buNone/>
              <a:defRPr sz="1707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4B05F2-B2BE-27CC-A61D-8B0BED50868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17811D0-83E7-4949-BEB4-4C471E54084A}" type="datetime1">
              <a:rPr lang="es-MX"/>
              <a:pPr lvl="0"/>
              <a:t>01/02/2026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03199-AD27-211E-B4D9-CA870F2D94D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E835FE-3FCD-F3B5-8726-D822FAA58DE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C95F4D1-FB55-430B-B5B0-077A7619787E}" type="slidenum"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2147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BECC3-C2DC-B83F-0062-255C4AE7BC4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6365E1-611F-7A0A-BBCD-FDFC1CF6F199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6926D-EC53-3928-0EDD-8D237479C6E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65C2B41-AAC3-453E-A4C4-F7EEF59B9C6F}" type="datetime1">
              <a:rPr lang="es-MX"/>
              <a:pPr lvl="0"/>
              <a:t>01/02/2026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F366C-36BD-00E5-A2AD-660A7BC23DA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6094E-9B8B-A246-E49B-1440CDE6817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46080DB-E515-4AEE-B474-AEA50918E89E}" type="slidenum"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9745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C0FC75-BC36-9881-F1AA-EC0A0598AF32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6982193" y="413976"/>
            <a:ext cx="2103805" cy="6589440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F0FEE3-1D85-2D50-A65A-65E81768134D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670776" y="413976"/>
            <a:ext cx="6189454" cy="6589440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56439-4538-6A20-26B9-6914A3243CD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50EF73C-9211-4959-A975-8CAA5DCF2426}" type="datetime1">
              <a:rPr lang="es-MX"/>
              <a:pPr lvl="0"/>
              <a:t>01/02/2026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B18FF-9B85-1F20-DD79-335BD906024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49A5C-40BC-5D1D-B1A9-02B4C8CE58F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4416012-D127-4DBC-81E0-DB93A7B6DC25}" type="slidenum"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99522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309714-3753-CE6A-CAB0-8F5253FCD1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0776" y="413976"/>
            <a:ext cx="8415214" cy="150291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707A1-4853-0688-091C-AE5B329ADD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0776" y="2069890"/>
            <a:ext cx="8415214" cy="49335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1B853-4CDB-E90B-2FB7-7811D15F958B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670776" y="7206807"/>
            <a:ext cx="2195273" cy="41397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MX" sz="128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C6082AB0-2732-4790-B75C-07EFB980F67B}" type="datetime1">
              <a:rPr lang="es-MX"/>
              <a:pPr lvl="0"/>
              <a:t>01/02/2026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09BDF-24EF-5624-C48D-2020760DC33C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231928" y="7206807"/>
            <a:ext cx="3292909" cy="41397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MX" sz="128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E1D92-DE03-0089-7652-1B9C0810802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6890726" y="7206807"/>
            <a:ext cx="2195273" cy="41397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MX" sz="128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8D3C2CD1-833C-4BC1-9A2E-6050CADCEB80}" type="slidenum">
              <a:t>‹Nº›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75664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s-ES" sz="4695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43916" marR="0" lvl="0" indent="-243916" algn="l" defTabSz="975664" rtl="0" fontAlgn="auto" hangingPunct="1">
        <a:lnSpc>
          <a:spcPct val="90000"/>
        </a:lnSpc>
        <a:spcBef>
          <a:spcPts val="1065"/>
        </a:spcBef>
        <a:spcAft>
          <a:spcPts val="0"/>
        </a:spcAft>
        <a:buSzPct val="100000"/>
        <a:buFont typeface="Arial" pitchFamily="34"/>
        <a:buChar char="•"/>
        <a:tabLst/>
        <a:defRPr lang="es-ES" sz="2988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731748" marR="0" lvl="1" indent="-243916" algn="l" defTabSz="975664" rtl="0" fontAlgn="auto" hangingPunct="1">
        <a:lnSpc>
          <a:spcPct val="90000"/>
        </a:lnSpc>
        <a:spcBef>
          <a:spcPts val="535"/>
        </a:spcBef>
        <a:spcAft>
          <a:spcPts val="0"/>
        </a:spcAft>
        <a:buSzPct val="100000"/>
        <a:buFont typeface="Arial" pitchFamily="34"/>
        <a:buChar char="•"/>
        <a:tabLst/>
        <a:defRPr lang="es-ES" sz="2561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219581" marR="0" lvl="2" indent="-243916" algn="l" defTabSz="975664" rtl="0" fontAlgn="auto" hangingPunct="1">
        <a:lnSpc>
          <a:spcPct val="90000"/>
        </a:lnSpc>
        <a:spcBef>
          <a:spcPts val="535"/>
        </a:spcBef>
        <a:spcAft>
          <a:spcPts val="0"/>
        </a:spcAft>
        <a:buSzPct val="100000"/>
        <a:buFont typeface="Arial" pitchFamily="34"/>
        <a:buChar char="•"/>
        <a:tabLst/>
        <a:defRPr lang="es-ES" sz="2134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707413" marR="0" lvl="3" indent="-243916" algn="l" defTabSz="975664" rtl="0" fontAlgn="auto" hangingPunct="1">
        <a:lnSpc>
          <a:spcPct val="90000"/>
        </a:lnSpc>
        <a:spcBef>
          <a:spcPts val="535"/>
        </a:spcBef>
        <a:spcAft>
          <a:spcPts val="0"/>
        </a:spcAft>
        <a:buSzPct val="100000"/>
        <a:buFont typeface="Arial" pitchFamily="34"/>
        <a:buChar char="•"/>
        <a:tabLst/>
        <a:defRPr lang="es-ES" sz="1921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195245" marR="0" lvl="4" indent="-243916" algn="l" defTabSz="975664" rtl="0" fontAlgn="auto" hangingPunct="1">
        <a:lnSpc>
          <a:spcPct val="90000"/>
        </a:lnSpc>
        <a:spcBef>
          <a:spcPts val="535"/>
        </a:spcBef>
        <a:spcAft>
          <a:spcPts val="0"/>
        </a:spcAft>
        <a:buSzPct val="100000"/>
        <a:buFont typeface="Arial" pitchFamily="34"/>
        <a:buChar char="•"/>
        <a:tabLst/>
        <a:defRPr lang="es-ES" sz="1921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3" Type="http://schemas.openxmlformats.org/officeDocument/2006/relationships/image" Target="../media/image13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eg"/><Relationship Id="rId3" Type="http://schemas.openxmlformats.org/officeDocument/2006/relationships/image" Target="../media/image20.jpeg"/><Relationship Id="rId4" Type="http://schemas.openxmlformats.org/officeDocument/2006/relationships/image" Target="../media/image14.jpeg"/><Relationship Id="rId5" Type="http://schemas.openxmlformats.org/officeDocument/2006/relationships/image" Target="../media/image2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eg"/><Relationship Id="rId3" Type="http://schemas.openxmlformats.org/officeDocument/2006/relationships/image" Target="../media/image13.jpeg"/><Relationship Id="rId4" Type="http://schemas.openxmlformats.org/officeDocument/2006/relationships/image" Target="../media/image3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3" Type="http://schemas.openxmlformats.org/officeDocument/2006/relationships/image" Target="../media/image12.jpeg"/><Relationship Id="rId4" Type="http://schemas.openxmlformats.org/officeDocument/2006/relationships/image" Target="../media/image13.jpeg"/><Relationship Id="rId5" Type="http://schemas.openxmlformats.org/officeDocument/2006/relationships/image" Target="../media/image11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jpe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3" Type="http://schemas.openxmlformats.org/officeDocument/2006/relationships/image" Target="../media/image2.jpeg"/><Relationship Id="rId4" Type="http://schemas.openxmlformats.org/officeDocument/2006/relationships/image" Target="../media/image6.jpeg"/><Relationship Id="rId5" Type="http://schemas.openxmlformats.org/officeDocument/2006/relationships/image" Target="../media/image1.jpeg"/><Relationship Id="rId6" Type="http://schemas.openxmlformats.org/officeDocument/2006/relationships/image" Target="../media/image5.png"/><Relationship Id="rId7" Type="http://schemas.openxmlformats.org/officeDocument/2006/relationships/image" Target="../media/image4.jpeg"/><Relationship Id="rId8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3" Type="http://schemas.openxmlformats.org/officeDocument/2006/relationships/image" Target="../media/image9.jpeg"/><Relationship Id="rId4" Type="http://schemas.openxmlformats.org/officeDocument/2006/relationships/image" Target="../media/image8.png"/><Relationship Id="rId5" Type="http://schemas.openxmlformats.org/officeDocument/2006/relationships/image" Target="../media/image11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15.png"/><Relationship Id="rId4" Type="http://schemas.openxmlformats.org/officeDocument/2006/relationships/image" Target="../media/image19.jpeg"/><Relationship Id="rId5" Type="http://schemas.openxmlformats.org/officeDocument/2006/relationships/image" Target="../media/image14.jpeg"/><Relationship Id="rId6" Type="http://schemas.openxmlformats.org/officeDocument/2006/relationships/image" Target="../media/image18.jpeg"/><Relationship Id="rId7" Type="http://schemas.openxmlformats.org/officeDocument/2006/relationships/image" Target="../media/image17.jpeg"/><Relationship Id="rId8" Type="http://schemas.openxmlformats.org/officeDocument/2006/relationships/image" Target="../media/image16.jpe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24.jpeg"/><Relationship Id="rId4" Type="http://schemas.openxmlformats.org/officeDocument/2006/relationships/image" Target="../media/image27.jpeg"/><Relationship Id="rId5" Type="http://schemas.openxmlformats.org/officeDocument/2006/relationships/image" Target="../media/image23.jpeg"/><Relationship Id="rId6" Type="http://schemas.openxmlformats.org/officeDocument/2006/relationships/image" Target="../media/image18.jpeg"/><Relationship Id="rId7" Type="http://schemas.openxmlformats.org/officeDocument/2006/relationships/image" Target="../media/image26.jpeg"/><Relationship Id="rId8" Type="http://schemas.openxmlformats.org/officeDocument/2006/relationships/image" Target="../media/image25.jpeg"/><Relationship Id="rId9" Type="http://schemas.openxmlformats.org/officeDocument/2006/relationships/image" Target="../media/image28.jpe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eg"/><Relationship Id="rId3" Type="http://schemas.openxmlformats.org/officeDocument/2006/relationships/image" Target="../media/image29.jpeg"/><Relationship Id="rId4" Type="http://schemas.openxmlformats.org/officeDocument/2006/relationships/image" Target="../media/image8.png"/><Relationship Id="rId5" Type="http://schemas.openxmlformats.org/officeDocument/2006/relationships/image" Target="../media/image32.jpeg"/><Relationship Id="rId6" Type="http://schemas.openxmlformats.org/officeDocument/2006/relationships/image" Target="../media/image31.jpe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eg"/><Relationship Id="rId3" Type="http://schemas.openxmlformats.org/officeDocument/2006/relationships/image" Target="../media/image29.jpeg"/><Relationship Id="rId4" Type="http://schemas.openxmlformats.org/officeDocument/2006/relationships/image" Target="../media/image8.png"/><Relationship Id="rId5" Type="http://schemas.openxmlformats.org/officeDocument/2006/relationships/image" Target="../media/image37.png"/><Relationship Id="rId6" Type="http://schemas.openxmlformats.org/officeDocument/2006/relationships/image" Target="../media/image36.jpe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3" Type="http://schemas.openxmlformats.org/officeDocument/2006/relationships/image" Target="../media/image41.png"/><Relationship Id="rId4" Type="http://schemas.openxmlformats.org/officeDocument/2006/relationships/image" Target="../media/image13.jpeg"/><Relationship Id="rId5" Type="http://schemas.openxmlformats.org/officeDocument/2006/relationships/image" Target="../media/image8.png"/><Relationship Id="rId6" Type="http://schemas.openxmlformats.org/officeDocument/2006/relationships/image" Target="../media/image40.jpeg"/><Relationship Id="rId7" Type="http://schemas.openxmlformats.org/officeDocument/2006/relationships/image" Target="../media/image11.jpe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jpeg"/><Relationship Id="rId3" Type="http://schemas.openxmlformats.org/officeDocument/2006/relationships/image" Target="../media/image43.jpeg"/><Relationship Id="rId4" Type="http://schemas.openxmlformats.org/officeDocument/2006/relationships/image" Target="../media/image11.jpeg"/><Relationship Id="rId5" Type="http://schemas.openxmlformats.org/officeDocument/2006/relationships/image" Target="../media/image13.jpeg"/><Relationship Id="rId6" Type="http://schemas.openxmlformats.org/officeDocument/2006/relationships/image" Target="../media/image44.jpeg"/><Relationship Id="rId7" Type="http://schemas.openxmlformats.org/officeDocument/2006/relationships/image" Target="../media/image10.jpeg"/><Relationship Id="rId8" Type="http://schemas.openxmlformats.org/officeDocument/2006/relationships/image" Target="../media/image39.png"/><Relationship Id="rId9" Type="http://schemas.openxmlformats.org/officeDocument/2006/relationships/image" Target="../media/image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3" Type="http://schemas.openxmlformats.org/officeDocument/2006/relationships/image" Target="../media/image2.jpeg"/><Relationship Id="rId4" Type="http://schemas.openxmlformats.org/officeDocument/2006/relationships/image" Target="../media/image6.jpeg"/><Relationship Id="rId5" Type="http://schemas.openxmlformats.org/officeDocument/2006/relationships/image" Target="../media/image1.jpeg"/><Relationship Id="rId6" Type="http://schemas.openxmlformats.org/officeDocument/2006/relationships/image" Target="../media/image5.png"/><Relationship Id="rId7" Type="http://schemas.openxmlformats.org/officeDocument/2006/relationships/image" Target="../media/image4.jpeg"/><Relationship Id="rId8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3" Type="http://schemas.openxmlformats.org/officeDocument/2006/relationships/image" Target="../media/image9.jpeg"/><Relationship Id="rId4" Type="http://schemas.openxmlformats.org/officeDocument/2006/relationships/image" Target="../media/image8.png"/><Relationship Id="rId5" Type="http://schemas.openxmlformats.org/officeDocument/2006/relationships/image" Target="../media/image11.jpe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15.png"/><Relationship Id="rId4" Type="http://schemas.openxmlformats.org/officeDocument/2006/relationships/image" Target="../media/image19.jpeg"/><Relationship Id="rId5" Type="http://schemas.openxmlformats.org/officeDocument/2006/relationships/image" Target="../media/image14.jpeg"/><Relationship Id="rId6" Type="http://schemas.openxmlformats.org/officeDocument/2006/relationships/image" Target="../media/image18.jpeg"/><Relationship Id="rId7" Type="http://schemas.openxmlformats.org/officeDocument/2006/relationships/image" Target="../media/image17.jpeg"/><Relationship Id="rId8" Type="http://schemas.openxmlformats.org/officeDocument/2006/relationships/image" Target="../media/image16.jpe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24.jpeg"/><Relationship Id="rId4" Type="http://schemas.openxmlformats.org/officeDocument/2006/relationships/image" Target="../media/image27.jpeg"/><Relationship Id="rId5" Type="http://schemas.openxmlformats.org/officeDocument/2006/relationships/image" Target="../media/image23.jpeg"/><Relationship Id="rId6" Type="http://schemas.openxmlformats.org/officeDocument/2006/relationships/image" Target="../media/image18.jpeg"/><Relationship Id="rId7" Type="http://schemas.openxmlformats.org/officeDocument/2006/relationships/image" Target="../media/image26.jpeg"/><Relationship Id="rId8" Type="http://schemas.openxmlformats.org/officeDocument/2006/relationships/image" Target="../media/image25.jpeg"/><Relationship Id="rId9" Type="http://schemas.openxmlformats.org/officeDocument/2006/relationships/image" Target="../media/image28.jpe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eg"/><Relationship Id="rId3" Type="http://schemas.openxmlformats.org/officeDocument/2006/relationships/image" Target="../media/image29.jpeg"/><Relationship Id="rId4" Type="http://schemas.openxmlformats.org/officeDocument/2006/relationships/image" Target="../media/image8.png"/><Relationship Id="rId5" Type="http://schemas.openxmlformats.org/officeDocument/2006/relationships/image" Target="../media/image32.jpeg"/><Relationship Id="rId6" Type="http://schemas.openxmlformats.org/officeDocument/2006/relationships/image" Target="../media/image31.jpe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eg"/><Relationship Id="rId3" Type="http://schemas.openxmlformats.org/officeDocument/2006/relationships/image" Target="../media/image29.jpeg"/><Relationship Id="rId4" Type="http://schemas.openxmlformats.org/officeDocument/2006/relationships/image" Target="../media/image8.png"/><Relationship Id="rId5" Type="http://schemas.openxmlformats.org/officeDocument/2006/relationships/image" Target="../media/image37.png"/><Relationship Id="rId6" Type="http://schemas.openxmlformats.org/officeDocument/2006/relationships/image" Target="../media/image36.jpe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3" Type="http://schemas.openxmlformats.org/officeDocument/2006/relationships/image" Target="../media/image41.png"/><Relationship Id="rId4" Type="http://schemas.openxmlformats.org/officeDocument/2006/relationships/image" Target="../media/image13.jpeg"/><Relationship Id="rId5" Type="http://schemas.openxmlformats.org/officeDocument/2006/relationships/image" Target="../media/image8.png"/><Relationship Id="rId6" Type="http://schemas.openxmlformats.org/officeDocument/2006/relationships/image" Target="../media/image40.jpeg"/><Relationship Id="rId7" Type="http://schemas.openxmlformats.org/officeDocument/2006/relationships/image" Target="../media/image11.jpe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jpeg"/><Relationship Id="rId3" Type="http://schemas.openxmlformats.org/officeDocument/2006/relationships/image" Target="../media/image43.jpeg"/><Relationship Id="rId4" Type="http://schemas.openxmlformats.org/officeDocument/2006/relationships/image" Target="../media/image11.jpeg"/><Relationship Id="rId5" Type="http://schemas.openxmlformats.org/officeDocument/2006/relationships/image" Target="../media/image13.jpeg"/><Relationship Id="rId6" Type="http://schemas.openxmlformats.org/officeDocument/2006/relationships/image" Target="../media/image44.jpeg"/><Relationship Id="rId7" Type="http://schemas.openxmlformats.org/officeDocument/2006/relationships/image" Target="../media/image10.jpeg"/><Relationship Id="rId8" Type="http://schemas.openxmlformats.org/officeDocument/2006/relationships/image" Target="../media/image39.png"/><Relationship Id="rId9" Type="http://schemas.openxmlformats.org/officeDocument/2006/relationships/image" Target="../media/image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3" Type="http://schemas.openxmlformats.org/officeDocument/2006/relationships/image" Target="../media/image2.jpeg"/><Relationship Id="rId4" Type="http://schemas.openxmlformats.org/officeDocument/2006/relationships/image" Target="../media/image6.jpeg"/><Relationship Id="rId5" Type="http://schemas.openxmlformats.org/officeDocument/2006/relationships/image" Target="../media/image1.jpeg"/><Relationship Id="rId6" Type="http://schemas.openxmlformats.org/officeDocument/2006/relationships/image" Target="../media/image5.png"/><Relationship Id="rId7" Type="http://schemas.openxmlformats.org/officeDocument/2006/relationships/image" Target="../media/image4.jpeg"/><Relationship Id="rId8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3" Type="http://schemas.openxmlformats.org/officeDocument/2006/relationships/image" Target="../media/image9.jpeg"/><Relationship Id="rId4" Type="http://schemas.openxmlformats.org/officeDocument/2006/relationships/image" Target="../media/image8.png"/><Relationship Id="rId5" Type="http://schemas.openxmlformats.org/officeDocument/2006/relationships/image" Target="../media/image11.jpe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15.png"/><Relationship Id="rId4" Type="http://schemas.openxmlformats.org/officeDocument/2006/relationships/image" Target="../media/image19.jpeg"/><Relationship Id="rId5" Type="http://schemas.openxmlformats.org/officeDocument/2006/relationships/image" Target="../media/image14.jpeg"/><Relationship Id="rId6" Type="http://schemas.openxmlformats.org/officeDocument/2006/relationships/image" Target="../media/image18.jpeg"/><Relationship Id="rId7" Type="http://schemas.openxmlformats.org/officeDocument/2006/relationships/image" Target="../media/image17.jpeg"/><Relationship Id="rId8" Type="http://schemas.openxmlformats.org/officeDocument/2006/relationships/image" Target="../media/image16.jpe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24.jpeg"/><Relationship Id="rId4" Type="http://schemas.openxmlformats.org/officeDocument/2006/relationships/image" Target="../media/image27.jpeg"/><Relationship Id="rId5" Type="http://schemas.openxmlformats.org/officeDocument/2006/relationships/image" Target="../media/image23.jpeg"/><Relationship Id="rId6" Type="http://schemas.openxmlformats.org/officeDocument/2006/relationships/image" Target="../media/image18.jpeg"/><Relationship Id="rId7" Type="http://schemas.openxmlformats.org/officeDocument/2006/relationships/image" Target="../media/image26.jpeg"/><Relationship Id="rId8" Type="http://schemas.openxmlformats.org/officeDocument/2006/relationships/image" Target="../media/image25.jpeg"/><Relationship Id="rId9" Type="http://schemas.openxmlformats.org/officeDocument/2006/relationships/image" Target="../media/image28.jpe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eg"/><Relationship Id="rId3" Type="http://schemas.openxmlformats.org/officeDocument/2006/relationships/image" Target="../media/image29.jpeg"/><Relationship Id="rId4" Type="http://schemas.openxmlformats.org/officeDocument/2006/relationships/image" Target="../media/image8.png"/><Relationship Id="rId5" Type="http://schemas.openxmlformats.org/officeDocument/2006/relationships/image" Target="../media/image32.jpeg"/><Relationship Id="rId6" Type="http://schemas.openxmlformats.org/officeDocument/2006/relationships/image" Target="../media/image31.jpe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eg"/><Relationship Id="rId3" Type="http://schemas.openxmlformats.org/officeDocument/2006/relationships/image" Target="../media/image29.jpeg"/><Relationship Id="rId4" Type="http://schemas.openxmlformats.org/officeDocument/2006/relationships/image" Target="../media/image8.png"/><Relationship Id="rId5" Type="http://schemas.openxmlformats.org/officeDocument/2006/relationships/image" Target="../media/image37.png"/><Relationship Id="rId6" Type="http://schemas.openxmlformats.org/officeDocument/2006/relationships/image" Target="../media/image36.jpe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3" Type="http://schemas.openxmlformats.org/officeDocument/2006/relationships/image" Target="../media/image41.png"/><Relationship Id="rId4" Type="http://schemas.openxmlformats.org/officeDocument/2006/relationships/image" Target="../media/image13.jpeg"/><Relationship Id="rId5" Type="http://schemas.openxmlformats.org/officeDocument/2006/relationships/image" Target="../media/image8.png"/><Relationship Id="rId6" Type="http://schemas.openxmlformats.org/officeDocument/2006/relationships/image" Target="../media/image40.jpeg"/><Relationship Id="rId7" Type="http://schemas.openxmlformats.org/officeDocument/2006/relationships/image" Target="../media/image11.jpe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jpeg"/><Relationship Id="rId3" Type="http://schemas.openxmlformats.org/officeDocument/2006/relationships/image" Target="../media/image43.jpeg"/><Relationship Id="rId4" Type="http://schemas.openxmlformats.org/officeDocument/2006/relationships/image" Target="../media/image11.jpeg"/><Relationship Id="rId5" Type="http://schemas.openxmlformats.org/officeDocument/2006/relationships/image" Target="../media/image13.jpeg"/><Relationship Id="rId6" Type="http://schemas.openxmlformats.org/officeDocument/2006/relationships/image" Target="../media/image44.jpeg"/><Relationship Id="rId7" Type="http://schemas.openxmlformats.org/officeDocument/2006/relationships/image" Target="../media/image10.jpeg"/><Relationship Id="rId8" Type="http://schemas.openxmlformats.org/officeDocument/2006/relationships/image" Target="../media/image39.png"/><Relationship Id="rId9" Type="http://schemas.openxmlformats.org/officeDocument/2006/relationships/image" Target="../media/image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3" Type="http://schemas.openxmlformats.org/officeDocument/2006/relationships/image" Target="../media/image2.jpeg"/><Relationship Id="rId4" Type="http://schemas.openxmlformats.org/officeDocument/2006/relationships/image" Target="../media/image6.jpeg"/><Relationship Id="rId5" Type="http://schemas.openxmlformats.org/officeDocument/2006/relationships/image" Target="../media/image1.jpeg"/><Relationship Id="rId6" Type="http://schemas.openxmlformats.org/officeDocument/2006/relationships/image" Target="../media/image5.png"/><Relationship Id="rId7" Type="http://schemas.openxmlformats.org/officeDocument/2006/relationships/image" Target="../media/image4.jpeg"/><Relationship Id="rId8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3" Type="http://schemas.openxmlformats.org/officeDocument/2006/relationships/image" Target="../media/image9.jpeg"/><Relationship Id="rId4" Type="http://schemas.openxmlformats.org/officeDocument/2006/relationships/image" Target="../media/image8.png"/><Relationship Id="rId5" Type="http://schemas.openxmlformats.org/officeDocument/2006/relationships/image" Target="../media/image11.jpe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15.png"/><Relationship Id="rId4" Type="http://schemas.openxmlformats.org/officeDocument/2006/relationships/image" Target="../media/image19.jpeg"/><Relationship Id="rId5" Type="http://schemas.openxmlformats.org/officeDocument/2006/relationships/image" Target="../media/image14.jpeg"/><Relationship Id="rId6" Type="http://schemas.openxmlformats.org/officeDocument/2006/relationships/image" Target="../media/image18.jpeg"/><Relationship Id="rId7" Type="http://schemas.openxmlformats.org/officeDocument/2006/relationships/image" Target="../media/image17.jpeg"/><Relationship Id="rId8" Type="http://schemas.openxmlformats.org/officeDocument/2006/relationships/image" Target="../media/image16.jpe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24.jpeg"/><Relationship Id="rId4" Type="http://schemas.openxmlformats.org/officeDocument/2006/relationships/image" Target="../media/image27.jpeg"/><Relationship Id="rId5" Type="http://schemas.openxmlformats.org/officeDocument/2006/relationships/image" Target="../media/image23.jpeg"/><Relationship Id="rId6" Type="http://schemas.openxmlformats.org/officeDocument/2006/relationships/image" Target="../media/image18.jpeg"/><Relationship Id="rId7" Type="http://schemas.openxmlformats.org/officeDocument/2006/relationships/image" Target="../media/image26.jpeg"/><Relationship Id="rId8" Type="http://schemas.openxmlformats.org/officeDocument/2006/relationships/image" Target="../media/image25.jpeg"/><Relationship Id="rId9" Type="http://schemas.openxmlformats.org/officeDocument/2006/relationships/image" Target="../media/image28.jpe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eg"/><Relationship Id="rId3" Type="http://schemas.openxmlformats.org/officeDocument/2006/relationships/image" Target="../media/image29.jpeg"/><Relationship Id="rId4" Type="http://schemas.openxmlformats.org/officeDocument/2006/relationships/image" Target="../media/image8.png"/><Relationship Id="rId5" Type="http://schemas.openxmlformats.org/officeDocument/2006/relationships/image" Target="../media/image32.jpeg"/><Relationship Id="rId6" Type="http://schemas.openxmlformats.org/officeDocument/2006/relationships/image" Target="../media/image31.jpe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eg"/><Relationship Id="rId3" Type="http://schemas.openxmlformats.org/officeDocument/2006/relationships/image" Target="../media/image29.jpeg"/><Relationship Id="rId4" Type="http://schemas.openxmlformats.org/officeDocument/2006/relationships/image" Target="../media/image8.png"/><Relationship Id="rId5" Type="http://schemas.openxmlformats.org/officeDocument/2006/relationships/image" Target="../media/image37.png"/><Relationship Id="rId6" Type="http://schemas.openxmlformats.org/officeDocument/2006/relationships/image" Target="../media/image36.jpe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3" Type="http://schemas.openxmlformats.org/officeDocument/2006/relationships/image" Target="../media/image41.png"/><Relationship Id="rId4" Type="http://schemas.openxmlformats.org/officeDocument/2006/relationships/image" Target="../media/image13.jpeg"/><Relationship Id="rId5" Type="http://schemas.openxmlformats.org/officeDocument/2006/relationships/image" Target="../media/image8.png"/><Relationship Id="rId6" Type="http://schemas.openxmlformats.org/officeDocument/2006/relationships/image" Target="../media/image40.jpeg"/><Relationship Id="rId7" Type="http://schemas.openxmlformats.org/officeDocument/2006/relationships/image" Target="../media/image11.jpe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jpeg"/><Relationship Id="rId3" Type="http://schemas.openxmlformats.org/officeDocument/2006/relationships/image" Target="../media/image43.jpeg"/><Relationship Id="rId4" Type="http://schemas.openxmlformats.org/officeDocument/2006/relationships/image" Target="../media/image11.jpeg"/><Relationship Id="rId5" Type="http://schemas.openxmlformats.org/officeDocument/2006/relationships/image" Target="../media/image13.jpeg"/><Relationship Id="rId6" Type="http://schemas.openxmlformats.org/officeDocument/2006/relationships/image" Target="../media/image44.jpeg"/><Relationship Id="rId7" Type="http://schemas.openxmlformats.org/officeDocument/2006/relationships/image" Target="../media/image10.jpeg"/><Relationship Id="rId8" Type="http://schemas.openxmlformats.org/officeDocument/2006/relationships/image" Target="../media/image39.png"/><Relationship Id="rId9" Type="http://schemas.openxmlformats.org/officeDocument/2006/relationships/image" Target="../media/image8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3" Type="http://schemas.openxmlformats.org/officeDocument/2006/relationships/image" Target="../media/image2.jpeg"/><Relationship Id="rId4" Type="http://schemas.openxmlformats.org/officeDocument/2006/relationships/image" Target="../media/image6.jpeg"/><Relationship Id="rId5" Type="http://schemas.openxmlformats.org/officeDocument/2006/relationships/image" Target="../media/image1.jpeg"/><Relationship Id="rId6" Type="http://schemas.openxmlformats.org/officeDocument/2006/relationships/image" Target="../media/image5.png"/><Relationship Id="rId7" Type="http://schemas.openxmlformats.org/officeDocument/2006/relationships/image" Target="../media/image4.jpeg"/><Relationship Id="rId8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3" Type="http://schemas.openxmlformats.org/officeDocument/2006/relationships/image" Target="../media/image9.jpeg"/><Relationship Id="rId4" Type="http://schemas.openxmlformats.org/officeDocument/2006/relationships/image" Target="../media/image8.png"/><Relationship Id="rId5" Type="http://schemas.openxmlformats.org/officeDocument/2006/relationships/image" Target="../media/image11.jpe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15.png"/><Relationship Id="rId4" Type="http://schemas.openxmlformats.org/officeDocument/2006/relationships/image" Target="../media/image19.jpeg"/><Relationship Id="rId5" Type="http://schemas.openxmlformats.org/officeDocument/2006/relationships/image" Target="../media/image14.jpeg"/><Relationship Id="rId6" Type="http://schemas.openxmlformats.org/officeDocument/2006/relationships/image" Target="../media/image18.jpeg"/><Relationship Id="rId7" Type="http://schemas.openxmlformats.org/officeDocument/2006/relationships/image" Target="../media/image17.jpeg"/><Relationship Id="rId8" Type="http://schemas.openxmlformats.org/officeDocument/2006/relationships/image" Target="../media/image16.jpe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24.jpeg"/><Relationship Id="rId4" Type="http://schemas.openxmlformats.org/officeDocument/2006/relationships/image" Target="../media/image27.jpeg"/><Relationship Id="rId5" Type="http://schemas.openxmlformats.org/officeDocument/2006/relationships/image" Target="../media/image23.jpeg"/><Relationship Id="rId6" Type="http://schemas.openxmlformats.org/officeDocument/2006/relationships/image" Target="../media/image18.jpeg"/><Relationship Id="rId7" Type="http://schemas.openxmlformats.org/officeDocument/2006/relationships/image" Target="../media/image26.jpeg"/><Relationship Id="rId8" Type="http://schemas.openxmlformats.org/officeDocument/2006/relationships/image" Target="../media/image25.jpeg"/><Relationship Id="rId9" Type="http://schemas.openxmlformats.org/officeDocument/2006/relationships/image" Target="../media/image28.jpe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eg"/><Relationship Id="rId3" Type="http://schemas.openxmlformats.org/officeDocument/2006/relationships/image" Target="../media/image29.jpeg"/><Relationship Id="rId4" Type="http://schemas.openxmlformats.org/officeDocument/2006/relationships/image" Target="../media/image8.png"/><Relationship Id="rId5" Type="http://schemas.openxmlformats.org/officeDocument/2006/relationships/image" Target="../media/image32.jpeg"/><Relationship Id="rId6" Type="http://schemas.openxmlformats.org/officeDocument/2006/relationships/image" Target="../media/image31.jpe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eg"/><Relationship Id="rId3" Type="http://schemas.openxmlformats.org/officeDocument/2006/relationships/image" Target="../media/image29.jpeg"/><Relationship Id="rId4" Type="http://schemas.openxmlformats.org/officeDocument/2006/relationships/image" Target="../media/image8.png"/><Relationship Id="rId5" Type="http://schemas.openxmlformats.org/officeDocument/2006/relationships/image" Target="../media/image37.png"/><Relationship Id="rId6" Type="http://schemas.openxmlformats.org/officeDocument/2006/relationships/image" Target="../media/image36.jpe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3" Type="http://schemas.openxmlformats.org/officeDocument/2006/relationships/image" Target="../media/image41.png"/><Relationship Id="rId4" Type="http://schemas.openxmlformats.org/officeDocument/2006/relationships/image" Target="../media/image13.jpeg"/><Relationship Id="rId5" Type="http://schemas.openxmlformats.org/officeDocument/2006/relationships/image" Target="../media/image8.png"/><Relationship Id="rId6" Type="http://schemas.openxmlformats.org/officeDocument/2006/relationships/image" Target="../media/image40.jpeg"/><Relationship Id="rId7" Type="http://schemas.openxmlformats.org/officeDocument/2006/relationships/image" Target="../media/image11.jpe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jpeg"/><Relationship Id="rId3" Type="http://schemas.openxmlformats.org/officeDocument/2006/relationships/image" Target="../media/image43.jpeg"/><Relationship Id="rId4" Type="http://schemas.openxmlformats.org/officeDocument/2006/relationships/image" Target="../media/image11.jpeg"/><Relationship Id="rId5" Type="http://schemas.openxmlformats.org/officeDocument/2006/relationships/image" Target="../media/image13.jpeg"/><Relationship Id="rId6" Type="http://schemas.openxmlformats.org/officeDocument/2006/relationships/image" Target="../media/image44.jpeg"/><Relationship Id="rId7" Type="http://schemas.openxmlformats.org/officeDocument/2006/relationships/image" Target="../media/image10.jpeg"/><Relationship Id="rId8" Type="http://schemas.openxmlformats.org/officeDocument/2006/relationships/image" Target="../media/image39.png"/><Relationship Id="rId9" Type="http://schemas.openxmlformats.org/officeDocument/2006/relationships/image" Target="../media/image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3" Type="http://schemas.openxmlformats.org/officeDocument/2006/relationships/image" Target="../media/image2.jpeg"/><Relationship Id="rId4" Type="http://schemas.openxmlformats.org/officeDocument/2006/relationships/image" Target="../media/image6.jpeg"/><Relationship Id="rId5" Type="http://schemas.openxmlformats.org/officeDocument/2006/relationships/image" Target="../media/image1.jpeg"/><Relationship Id="rId6" Type="http://schemas.openxmlformats.org/officeDocument/2006/relationships/image" Target="../media/image5.png"/><Relationship Id="rId7" Type="http://schemas.openxmlformats.org/officeDocument/2006/relationships/image" Target="../media/image4.jpeg"/><Relationship Id="rId8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3" Type="http://schemas.openxmlformats.org/officeDocument/2006/relationships/image" Target="../media/image9.jpeg"/><Relationship Id="rId4" Type="http://schemas.openxmlformats.org/officeDocument/2006/relationships/image" Target="../media/image8.png"/><Relationship Id="rId5" Type="http://schemas.openxmlformats.org/officeDocument/2006/relationships/image" Target="../media/image11.jpe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15.png"/><Relationship Id="rId4" Type="http://schemas.openxmlformats.org/officeDocument/2006/relationships/image" Target="../media/image19.jpeg"/><Relationship Id="rId5" Type="http://schemas.openxmlformats.org/officeDocument/2006/relationships/image" Target="../media/image14.jpeg"/><Relationship Id="rId6" Type="http://schemas.openxmlformats.org/officeDocument/2006/relationships/image" Target="../media/image18.jpeg"/><Relationship Id="rId7" Type="http://schemas.openxmlformats.org/officeDocument/2006/relationships/image" Target="../media/image17.jpeg"/><Relationship Id="rId8" Type="http://schemas.openxmlformats.org/officeDocument/2006/relationships/image" Target="../media/image16.jpe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24.jpeg"/><Relationship Id="rId4" Type="http://schemas.openxmlformats.org/officeDocument/2006/relationships/image" Target="../media/image27.jpeg"/><Relationship Id="rId5" Type="http://schemas.openxmlformats.org/officeDocument/2006/relationships/image" Target="../media/image23.jpeg"/><Relationship Id="rId6" Type="http://schemas.openxmlformats.org/officeDocument/2006/relationships/image" Target="../media/image18.jpeg"/><Relationship Id="rId7" Type="http://schemas.openxmlformats.org/officeDocument/2006/relationships/image" Target="../media/image26.jpeg"/><Relationship Id="rId8" Type="http://schemas.openxmlformats.org/officeDocument/2006/relationships/image" Target="../media/image25.jpeg"/><Relationship Id="rId9" Type="http://schemas.openxmlformats.org/officeDocument/2006/relationships/image" Target="../media/image28.jpe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eg"/><Relationship Id="rId3" Type="http://schemas.openxmlformats.org/officeDocument/2006/relationships/image" Target="../media/image29.jpeg"/><Relationship Id="rId4" Type="http://schemas.openxmlformats.org/officeDocument/2006/relationships/image" Target="../media/image8.png"/><Relationship Id="rId5" Type="http://schemas.openxmlformats.org/officeDocument/2006/relationships/image" Target="../media/image32.jpeg"/><Relationship Id="rId6" Type="http://schemas.openxmlformats.org/officeDocument/2006/relationships/image" Target="../media/image31.jpe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eg"/><Relationship Id="rId3" Type="http://schemas.openxmlformats.org/officeDocument/2006/relationships/image" Target="../media/image29.jpeg"/><Relationship Id="rId4" Type="http://schemas.openxmlformats.org/officeDocument/2006/relationships/image" Target="../media/image8.png"/><Relationship Id="rId5" Type="http://schemas.openxmlformats.org/officeDocument/2006/relationships/image" Target="../media/image37.png"/><Relationship Id="rId6" Type="http://schemas.openxmlformats.org/officeDocument/2006/relationships/image" Target="../media/image36.jpe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3" Type="http://schemas.openxmlformats.org/officeDocument/2006/relationships/image" Target="../media/image41.png"/><Relationship Id="rId4" Type="http://schemas.openxmlformats.org/officeDocument/2006/relationships/image" Target="../media/image13.jpeg"/><Relationship Id="rId5" Type="http://schemas.openxmlformats.org/officeDocument/2006/relationships/image" Target="../media/image8.png"/><Relationship Id="rId6" Type="http://schemas.openxmlformats.org/officeDocument/2006/relationships/image" Target="../media/image40.jpeg"/><Relationship Id="rId7" Type="http://schemas.openxmlformats.org/officeDocument/2006/relationships/image" Target="../media/image11.jpe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jpeg"/><Relationship Id="rId3" Type="http://schemas.openxmlformats.org/officeDocument/2006/relationships/image" Target="../media/image43.jpeg"/><Relationship Id="rId4" Type="http://schemas.openxmlformats.org/officeDocument/2006/relationships/image" Target="../media/image11.jpeg"/><Relationship Id="rId5" Type="http://schemas.openxmlformats.org/officeDocument/2006/relationships/image" Target="../media/image13.jpeg"/><Relationship Id="rId6" Type="http://schemas.openxmlformats.org/officeDocument/2006/relationships/image" Target="../media/image44.jpeg"/><Relationship Id="rId7" Type="http://schemas.openxmlformats.org/officeDocument/2006/relationships/image" Target="../media/image10.jpeg"/><Relationship Id="rId8" Type="http://schemas.openxmlformats.org/officeDocument/2006/relationships/image" Target="../media/image39.png"/><Relationship Id="rId9" Type="http://schemas.openxmlformats.org/officeDocument/2006/relationships/image" Target="../media/image8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3" Type="http://schemas.openxmlformats.org/officeDocument/2006/relationships/image" Target="../media/image2.jpeg"/><Relationship Id="rId4" Type="http://schemas.openxmlformats.org/officeDocument/2006/relationships/image" Target="../media/image6.jpeg"/><Relationship Id="rId5" Type="http://schemas.openxmlformats.org/officeDocument/2006/relationships/image" Target="../media/image1.jpeg"/><Relationship Id="rId6" Type="http://schemas.openxmlformats.org/officeDocument/2006/relationships/image" Target="../media/image5.png"/><Relationship Id="rId7" Type="http://schemas.openxmlformats.org/officeDocument/2006/relationships/image" Target="../media/image4.jpeg"/><Relationship Id="rId8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3" Type="http://schemas.openxmlformats.org/officeDocument/2006/relationships/image" Target="../media/image9.jpeg"/><Relationship Id="rId4" Type="http://schemas.openxmlformats.org/officeDocument/2006/relationships/image" Target="../media/image8.png"/><Relationship Id="rId5" Type="http://schemas.openxmlformats.org/officeDocument/2006/relationships/image" Target="../media/image11.jpe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15.png"/><Relationship Id="rId4" Type="http://schemas.openxmlformats.org/officeDocument/2006/relationships/image" Target="../media/image19.jpeg"/><Relationship Id="rId5" Type="http://schemas.openxmlformats.org/officeDocument/2006/relationships/image" Target="../media/image14.jpeg"/><Relationship Id="rId6" Type="http://schemas.openxmlformats.org/officeDocument/2006/relationships/image" Target="../media/image18.jpeg"/><Relationship Id="rId7" Type="http://schemas.openxmlformats.org/officeDocument/2006/relationships/image" Target="../media/image17.jpeg"/><Relationship Id="rId8" Type="http://schemas.openxmlformats.org/officeDocument/2006/relationships/image" Target="../media/image16.jpe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24.jpeg"/><Relationship Id="rId4" Type="http://schemas.openxmlformats.org/officeDocument/2006/relationships/image" Target="../media/image27.jpeg"/><Relationship Id="rId5" Type="http://schemas.openxmlformats.org/officeDocument/2006/relationships/image" Target="../media/image23.jpeg"/><Relationship Id="rId6" Type="http://schemas.openxmlformats.org/officeDocument/2006/relationships/image" Target="../media/image18.jpeg"/><Relationship Id="rId7" Type="http://schemas.openxmlformats.org/officeDocument/2006/relationships/image" Target="../media/image26.jpeg"/><Relationship Id="rId8" Type="http://schemas.openxmlformats.org/officeDocument/2006/relationships/image" Target="../media/image25.jpeg"/><Relationship Id="rId9" Type="http://schemas.openxmlformats.org/officeDocument/2006/relationships/image" Target="../media/image28.jpe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eg"/><Relationship Id="rId3" Type="http://schemas.openxmlformats.org/officeDocument/2006/relationships/image" Target="../media/image29.jpeg"/><Relationship Id="rId4" Type="http://schemas.openxmlformats.org/officeDocument/2006/relationships/image" Target="../media/image8.png"/><Relationship Id="rId5" Type="http://schemas.openxmlformats.org/officeDocument/2006/relationships/image" Target="../media/image32.jpeg"/><Relationship Id="rId6" Type="http://schemas.openxmlformats.org/officeDocument/2006/relationships/image" Target="../media/image31.jpe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eg"/><Relationship Id="rId3" Type="http://schemas.openxmlformats.org/officeDocument/2006/relationships/image" Target="../media/image29.jpeg"/><Relationship Id="rId4" Type="http://schemas.openxmlformats.org/officeDocument/2006/relationships/image" Target="../media/image8.png"/><Relationship Id="rId5" Type="http://schemas.openxmlformats.org/officeDocument/2006/relationships/image" Target="../media/image37.png"/><Relationship Id="rId6" Type="http://schemas.openxmlformats.org/officeDocument/2006/relationships/image" Target="../media/image36.jpe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3" Type="http://schemas.openxmlformats.org/officeDocument/2006/relationships/image" Target="../media/image41.png"/><Relationship Id="rId4" Type="http://schemas.openxmlformats.org/officeDocument/2006/relationships/image" Target="../media/image13.jpeg"/><Relationship Id="rId5" Type="http://schemas.openxmlformats.org/officeDocument/2006/relationships/image" Target="../media/image8.png"/><Relationship Id="rId6" Type="http://schemas.openxmlformats.org/officeDocument/2006/relationships/image" Target="../media/image40.jpeg"/><Relationship Id="rId7" Type="http://schemas.openxmlformats.org/officeDocument/2006/relationships/image" Target="../media/image11.jpe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jpeg"/><Relationship Id="rId3" Type="http://schemas.openxmlformats.org/officeDocument/2006/relationships/image" Target="../media/image43.jpeg"/><Relationship Id="rId4" Type="http://schemas.openxmlformats.org/officeDocument/2006/relationships/image" Target="../media/image11.jpeg"/><Relationship Id="rId5" Type="http://schemas.openxmlformats.org/officeDocument/2006/relationships/image" Target="../media/image13.jpeg"/><Relationship Id="rId6" Type="http://schemas.openxmlformats.org/officeDocument/2006/relationships/image" Target="../media/image44.jpeg"/><Relationship Id="rId7" Type="http://schemas.openxmlformats.org/officeDocument/2006/relationships/image" Target="../media/image10.jpeg"/><Relationship Id="rId8" Type="http://schemas.openxmlformats.org/officeDocument/2006/relationships/image" Target="../media/image39.png"/><Relationship Id="rId9" Type="http://schemas.openxmlformats.org/officeDocument/2006/relationships/image" Target="../media/image8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851655-B8FF-7103-28C8-F967262024A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6BAB12-6A30-5F47-7047-5416C552EE4F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Picture 10" descr="Premium Vector | Cut and glue game for kids cute turkey">
            <a:extLst>
              <a:ext uri="{FF2B5EF4-FFF2-40B4-BE49-F238E27FC236}">
                <a16:creationId xmlns:a16="http://schemas.microsoft.com/office/drawing/2014/main" id="{717DDC77-A787-B768-46B5-BF1C33E0C1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87" t="55336" r="13594" b="2839"/>
          <a:stretch>
            <a:fillRect/>
          </a:stretch>
        </p:blipFill>
        <p:spPr>
          <a:xfrm>
            <a:off x="0" y="103537"/>
            <a:ext cx="5818967" cy="341023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10" descr="Premium Vector | Cut and glue game for kids cute turkey">
            <a:extLst>
              <a:ext uri="{FF2B5EF4-FFF2-40B4-BE49-F238E27FC236}">
                <a16:creationId xmlns:a16="http://schemas.microsoft.com/office/drawing/2014/main" id="{E7D111B6-751B-DD6D-568F-B91A7E620E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87" t="55336" r="13594" b="2839"/>
          <a:stretch>
            <a:fillRect/>
          </a:stretch>
        </p:blipFill>
        <p:spPr>
          <a:xfrm>
            <a:off x="0" y="3539715"/>
            <a:ext cx="5818967" cy="341023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Picture 10" descr="Premium Vector | Cut and glue game for kids cute turkey">
            <a:extLst>
              <a:ext uri="{FF2B5EF4-FFF2-40B4-BE49-F238E27FC236}">
                <a16:creationId xmlns:a16="http://schemas.microsoft.com/office/drawing/2014/main" id="{4A59BCE0-F624-8350-F681-D11A342EA6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87" t="55336" r="13594" b="2839"/>
          <a:stretch>
            <a:fillRect/>
          </a:stretch>
        </p:blipFill>
        <p:spPr>
          <a:xfrm rot="5400013">
            <a:off x="4614601" y="1307903"/>
            <a:ext cx="5818967" cy="341023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F8416AFE-A06D-B312-0753-00BFEDC146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843" t="16671" r="4621" b="8211"/>
          <a:stretch>
            <a:fillRect/>
          </a:stretch>
        </p:blipFill>
        <p:spPr>
          <a:xfrm>
            <a:off x="226094" y="460537"/>
            <a:ext cx="1293784" cy="104313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4E548DC4-0478-6FF1-6C4F-AC669BA689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90" t="14134" r="58961" b="5558"/>
          <a:stretch>
            <a:fillRect/>
          </a:stretch>
        </p:blipFill>
        <p:spPr>
          <a:xfrm>
            <a:off x="2077498" y="246878"/>
            <a:ext cx="597194" cy="147045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Rectángulo 5">
            <a:extLst>
              <a:ext uri="{FF2B5EF4-FFF2-40B4-BE49-F238E27FC236}">
                <a16:creationId xmlns:a16="http://schemas.microsoft.com/office/drawing/2014/main" id="{574D8D28-496C-0A89-1150-9C7A126305BA}"/>
              </a:ext>
            </a:extLst>
          </p:cNvPr>
          <p:cNvSpPr/>
          <p:nvPr/>
        </p:nvSpPr>
        <p:spPr>
          <a:xfrm>
            <a:off x="176049" y="246878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ángulo 6">
            <a:extLst>
              <a:ext uri="{FF2B5EF4-FFF2-40B4-BE49-F238E27FC236}">
                <a16:creationId xmlns:a16="http://schemas.microsoft.com/office/drawing/2014/main" id="{99995D62-A6F7-532A-8ECF-FFE664B6024E}"/>
              </a:ext>
            </a:extLst>
          </p:cNvPr>
          <p:cNvSpPr/>
          <p:nvPr/>
        </p:nvSpPr>
        <p:spPr>
          <a:xfrm>
            <a:off x="1729441" y="246878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CuadroTexto 7">
            <a:extLst>
              <a:ext uri="{FF2B5EF4-FFF2-40B4-BE49-F238E27FC236}">
                <a16:creationId xmlns:a16="http://schemas.microsoft.com/office/drawing/2014/main" id="{E88019F7-BAED-BBCA-E7E3-7654579362D9}"/>
              </a:ext>
            </a:extLst>
          </p:cNvPr>
          <p:cNvSpPr txBox="1"/>
          <p:nvPr/>
        </p:nvSpPr>
        <p:spPr>
          <a:xfrm>
            <a:off x="3232312" y="246878"/>
            <a:ext cx="3057845" cy="1631216"/>
          </a:xfrm>
          <a:prstGeom prst="rect">
            <a:avLst/>
          </a:prstGeom>
          <a:noFill/>
          <a:ln w="9528" cap="flat">
            <a:solidFill>
              <a:srgbClr val="156082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tu nombre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la onomatopeya del pollito, luego ubica trocitos de cáscara de huevo en el huevito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Con tu crayola amarilla colorea el pollito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Con tu crayola favorita realiza el trazo siguiendo la línea punteada (conejo y gato)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Colorea el anexo, recórtalo y ubícalo en los espacios en blanco según la alimentación de los animales</a:t>
            </a:r>
            <a:endParaRPr lang="es-MX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7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5A4B4739-3F78-F59D-DD60-0680BDC39A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843" t="16671" r="4621" b="8211"/>
          <a:stretch>
            <a:fillRect/>
          </a:stretch>
        </p:blipFill>
        <p:spPr>
          <a:xfrm>
            <a:off x="226094" y="2305412"/>
            <a:ext cx="1293784" cy="104313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5A4CE0B8-0B5C-9120-9D70-CEE3001531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90" t="14134" r="58961" b="5558"/>
          <a:stretch>
            <a:fillRect/>
          </a:stretch>
        </p:blipFill>
        <p:spPr>
          <a:xfrm>
            <a:off x="2077498" y="2091754"/>
            <a:ext cx="597194" cy="147045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Rectángulo 10">
            <a:extLst>
              <a:ext uri="{FF2B5EF4-FFF2-40B4-BE49-F238E27FC236}">
                <a16:creationId xmlns:a16="http://schemas.microsoft.com/office/drawing/2014/main" id="{CB3E61D8-0768-BFE5-8C28-079DC1B904B4}"/>
              </a:ext>
            </a:extLst>
          </p:cNvPr>
          <p:cNvSpPr/>
          <p:nvPr/>
        </p:nvSpPr>
        <p:spPr>
          <a:xfrm>
            <a:off x="176049" y="2091754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0" name="Rectángulo 11">
            <a:extLst>
              <a:ext uri="{FF2B5EF4-FFF2-40B4-BE49-F238E27FC236}">
                <a16:creationId xmlns:a16="http://schemas.microsoft.com/office/drawing/2014/main" id="{733A5A73-80A0-9F24-82F2-AC2355E65A86}"/>
              </a:ext>
            </a:extLst>
          </p:cNvPr>
          <p:cNvSpPr/>
          <p:nvPr/>
        </p:nvSpPr>
        <p:spPr>
          <a:xfrm>
            <a:off x="1729441" y="2091754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1" name="CuadroTexto 12">
            <a:extLst>
              <a:ext uri="{FF2B5EF4-FFF2-40B4-BE49-F238E27FC236}">
                <a16:creationId xmlns:a16="http://schemas.microsoft.com/office/drawing/2014/main" id="{7EC2AAAA-AFB8-86BA-94FF-3D4B83B3F1EC}"/>
              </a:ext>
            </a:extLst>
          </p:cNvPr>
          <p:cNvSpPr txBox="1"/>
          <p:nvPr/>
        </p:nvSpPr>
        <p:spPr>
          <a:xfrm>
            <a:off x="3232312" y="2091754"/>
            <a:ext cx="3057845" cy="1631216"/>
          </a:xfrm>
          <a:prstGeom prst="rect">
            <a:avLst/>
          </a:prstGeom>
          <a:noFill/>
          <a:ln w="9528" cap="flat">
            <a:solidFill>
              <a:srgbClr val="156082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tu nombre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la onomatopeya del pollito, luego ubica trocitos de cáscara de huevo en el huevito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Con tu crayola amarilla colorea el pollito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Con tu crayola favorita realiza el trazo siguiendo la línea punteada (conejo y gato)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Colorea el anexo, recórtalo y ubícalo en los espacios en blanco según la alimentación de los animales</a:t>
            </a:r>
            <a:endParaRPr lang="es-MX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12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9EE44BEA-01F0-0082-450D-47A6704D94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843" t="16671" r="4621" b="8211"/>
          <a:stretch>
            <a:fillRect/>
          </a:stretch>
        </p:blipFill>
        <p:spPr>
          <a:xfrm>
            <a:off x="226094" y="4067187"/>
            <a:ext cx="1293784" cy="104313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968CBFD7-2E30-1FFE-2B93-7A75A6EB0E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90" t="14134" r="58961" b="5558"/>
          <a:stretch>
            <a:fillRect/>
          </a:stretch>
        </p:blipFill>
        <p:spPr>
          <a:xfrm>
            <a:off x="2077498" y="3853528"/>
            <a:ext cx="597194" cy="147045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Rectángulo 15">
            <a:extLst>
              <a:ext uri="{FF2B5EF4-FFF2-40B4-BE49-F238E27FC236}">
                <a16:creationId xmlns:a16="http://schemas.microsoft.com/office/drawing/2014/main" id="{5AC2BD66-527E-7990-57BE-A36C8D5AB61C}"/>
              </a:ext>
            </a:extLst>
          </p:cNvPr>
          <p:cNvSpPr/>
          <p:nvPr/>
        </p:nvSpPr>
        <p:spPr>
          <a:xfrm>
            <a:off x="176049" y="3853528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5" name="Rectángulo 16">
            <a:extLst>
              <a:ext uri="{FF2B5EF4-FFF2-40B4-BE49-F238E27FC236}">
                <a16:creationId xmlns:a16="http://schemas.microsoft.com/office/drawing/2014/main" id="{E7C0263F-26A3-4943-151D-CEF0975903F4}"/>
              </a:ext>
            </a:extLst>
          </p:cNvPr>
          <p:cNvSpPr/>
          <p:nvPr/>
        </p:nvSpPr>
        <p:spPr>
          <a:xfrm>
            <a:off x="1729441" y="3853528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6" name="CuadroTexto 17">
            <a:extLst>
              <a:ext uri="{FF2B5EF4-FFF2-40B4-BE49-F238E27FC236}">
                <a16:creationId xmlns:a16="http://schemas.microsoft.com/office/drawing/2014/main" id="{850258A2-F582-1F2A-8FAD-14D5519244FE}"/>
              </a:ext>
            </a:extLst>
          </p:cNvPr>
          <p:cNvSpPr txBox="1"/>
          <p:nvPr/>
        </p:nvSpPr>
        <p:spPr>
          <a:xfrm>
            <a:off x="3232312" y="3853528"/>
            <a:ext cx="3057845" cy="1631216"/>
          </a:xfrm>
          <a:prstGeom prst="rect">
            <a:avLst/>
          </a:prstGeom>
          <a:noFill/>
          <a:ln w="9528" cap="flat">
            <a:solidFill>
              <a:srgbClr val="156082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tu nombre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la onomatopeya del pollito, luego ubica trocitos de cáscara de huevo en el huevito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Con tu crayola amarilla colorea el pollito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Con tu crayola favorita realiza el trazo siguiendo la línea punteada (conejo y gato)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Colorea el anexo, recórtalo y ubícalo en los espacios en blanco según la alimentación de los animales</a:t>
            </a:r>
            <a:endParaRPr lang="es-MX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17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09D8056D-E622-AA6E-39E5-3D11351C10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843" t="16671" r="4621" b="8211"/>
          <a:stretch>
            <a:fillRect/>
          </a:stretch>
        </p:blipFill>
        <p:spPr>
          <a:xfrm>
            <a:off x="226094" y="5828961"/>
            <a:ext cx="1293784" cy="104313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8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751DBC07-7786-53D3-6583-D7BBBC94CE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90" t="14134" r="58961" b="5558"/>
          <a:stretch>
            <a:fillRect/>
          </a:stretch>
        </p:blipFill>
        <p:spPr>
          <a:xfrm>
            <a:off x="2077498" y="5615302"/>
            <a:ext cx="597194" cy="147045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9" name="Rectángulo 20">
            <a:extLst>
              <a:ext uri="{FF2B5EF4-FFF2-40B4-BE49-F238E27FC236}">
                <a16:creationId xmlns:a16="http://schemas.microsoft.com/office/drawing/2014/main" id="{EEDC8709-66B0-30E2-C4C8-71A56468E12F}"/>
              </a:ext>
            </a:extLst>
          </p:cNvPr>
          <p:cNvSpPr/>
          <p:nvPr/>
        </p:nvSpPr>
        <p:spPr>
          <a:xfrm>
            <a:off x="176049" y="5615302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0" name="Rectángulo 21">
            <a:extLst>
              <a:ext uri="{FF2B5EF4-FFF2-40B4-BE49-F238E27FC236}">
                <a16:creationId xmlns:a16="http://schemas.microsoft.com/office/drawing/2014/main" id="{110653F2-07BE-C5B5-6827-683C79E2AD29}"/>
              </a:ext>
            </a:extLst>
          </p:cNvPr>
          <p:cNvSpPr/>
          <p:nvPr/>
        </p:nvSpPr>
        <p:spPr>
          <a:xfrm>
            <a:off x="1729441" y="5615302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1" name="CuadroTexto 22">
            <a:extLst>
              <a:ext uri="{FF2B5EF4-FFF2-40B4-BE49-F238E27FC236}">
                <a16:creationId xmlns:a16="http://schemas.microsoft.com/office/drawing/2014/main" id="{6D517BE5-0EFF-5B57-6704-CE5E4BF962AE}"/>
              </a:ext>
            </a:extLst>
          </p:cNvPr>
          <p:cNvSpPr txBox="1"/>
          <p:nvPr/>
        </p:nvSpPr>
        <p:spPr>
          <a:xfrm>
            <a:off x="3232312" y="5615302"/>
            <a:ext cx="3057845" cy="1631216"/>
          </a:xfrm>
          <a:prstGeom prst="rect">
            <a:avLst/>
          </a:prstGeom>
          <a:noFill/>
          <a:ln w="9528" cap="flat">
            <a:solidFill>
              <a:srgbClr val="156082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tu nombre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la onomatopeya del pollito, luego ubica trocitos de cáscara de huevo en el huevito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Con tu crayola amarilla colorea el pollito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Con tu crayola favorita realiza el trazo siguiendo la línea punteada (conejo y gato)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Colorea el anexo, recórtalo y ubícalo en los espacios en blanco según la alimentación de los animales</a:t>
            </a:r>
            <a:endParaRPr lang="es-MX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22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D99F1155-69E4-58B3-96CE-DC5434713A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843" t="16671" r="4621" b="8211"/>
          <a:stretch>
            <a:fillRect/>
          </a:stretch>
        </p:blipFill>
        <p:spPr>
          <a:xfrm rot="5400013">
            <a:off x="6620187" y="397229"/>
            <a:ext cx="1293784" cy="104313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3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7C2C0AE3-04FA-5518-10A0-AA5D602A49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90" t="14134" r="58961" b="5558"/>
          <a:stretch>
            <a:fillRect/>
          </a:stretch>
        </p:blipFill>
        <p:spPr>
          <a:xfrm rot="5400013">
            <a:off x="8471591" y="183571"/>
            <a:ext cx="597194" cy="147045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4" name="Rectángulo 25">
            <a:extLst>
              <a:ext uri="{FF2B5EF4-FFF2-40B4-BE49-F238E27FC236}">
                <a16:creationId xmlns:a16="http://schemas.microsoft.com/office/drawing/2014/main" id="{C085F537-EDD1-7370-E578-0CDB16D46788}"/>
              </a:ext>
            </a:extLst>
          </p:cNvPr>
          <p:cNvSpPr/>
          <p:nvPr/>
        </p:nvSpPr>
        <p:spPr>
          <a:xfrm rot="5400013">
            <a:off x="6570134" y="183571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5" name="Rectángulo 26">
            <a:extLst>
              <a:ext uri="{FF2B5EF4-FFF2-40B4-BE49-F238E27FC236}">
                <a16:creationId xmlns:a16="http://schemas.microsoft.com/office/drawing/2014/main" id="{14641002-5F4C-4EB5-3F9E-8D78A139C885}"/>
              </a:ext>
            </a:extLst>
          </p:cNvPr>
          <p:cNvSpPr/>
          <p:nvPr/>
        </p:nvSpPr>
        <p:spPr>
          <a:xfrm rot="5400013">
            <a:off x="8123526" y="183571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6" name="CuadroTexto 27">
            <a:extLst>
              <a:ext uri="{FF2B5EF4-FFF2-40B4-BE49-F238E27FC236}">
                <a16:creationId xmlns:a16="http://schemas.microsoft.com/office/drawing/2014/main" id="{BC159307-8D83-4E23-2283-21BD4327DA9B}"/>
              </a:ext>
            </a:extLst>
          </p:cNvPr>
          <p:cNvSpPr txBox="1"/>
          <p:nvPr/>
        </p:nvSpPr>
        <p:spPr>
          <a:xfrm rot="5400013">
            <a:off x="7263966" y="2430649"/>
            <a:ext cx="3057845" cy="1631216"/>
          </a:xfrm>
          <a:prstGeom prst="rect">
            <a:avLst/>
          </a:prstGeom>
          <a:noFill/>
          <a:ln w="9528" cap="flat">
            <a:solidFill>
              <a:srgbClr val="156082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tu nombre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la onomatopeya del pollito, luego ubica trocitos de cáscara de huevo en el huevito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Con tu crayola amarilla colorea el pollito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Con tu crayola favorita realiza el trazo siguiendo la línea punteada (conejo y gato)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Colorea el anexo, recórtalo y ubícalo en los espacios en blanco según la alimentación de los animales</a:t>
            </a:r>
            <a:endParaRPr lang="es-MX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27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CE3D6990-2DEE-6AA8-57DB-6EF481C865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843" t="16671" r="4621" b="8211"/>
          <a:stretch>
            <a:fillRect/>
          </a:stretch>
        </p:blipFill>
        <p:spPr>
          <a:xfrm rot="5400013">
            <a:off x="6723267" y="5101012"/>
            <a:ext cx="1293784" cy="104313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8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9B457C5D-59E3-DD5D-F683-3A8732EAE3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90" t="14134" r="58961" b="5558"/>
          <a:stretch>
            <a:fillRect/>
          </a:stretch>
        </p:blipFill>
        <p:spPr>
          <a:xfrm rot="5400013">
            <a:off x="8574671" y="4887354"/>
            <a:ext cx="597194" cy="147045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9" name="Rectángulo 30">
            <a:extLst>
              <a:ext uri="{FF2B5EF4-FFF2-40B4-BE49-F238E27FC236}">
                <a16:creationId xmlns:a16="http://schemas.microsoft.com/office/drawing/2014/main" id="{95C33BD0-483F-D7A5-BE4F-778EACC8724C}"/>
              </a:ext>
            </a:extLst>
          </p:cNvPr>
          <p:cNvSpPr/>
          <p:nvPr/>
        </p:nvSpPr>
        <p:spPr>
          <a:xfrm rot="5400013">
            <a:off x="6673214" y="4887354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0" name="Rectángulo 31">
            <a:extLst>
              <a:ext uri="{FF2B5EF4-FFF2-40B4-BE49-F238E27FC236}">
                <a16:creationId xmlns:a16="http://schemas.microsoft.com/office/drawing/2014/main" id="{8900EC2B-F8C2-BE70-B0C9-123C2D70B173}"/>
              </a:ext>
            </a:extLst>
          </p:cNvPr>
          <p:cNvSpPr/>
          <p:nvPr/>
        </p:nvSpPr>
        <p:spPr>
          <a:xfrm rot="5400013">
            <a:off x="8226615" y="4887354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1" name="CuadroTexto 32">
            <a:extLst>
              <a:ext uri="{FF2B5EF4-FFF2-40B4-BE49-F238E27FC236}">
                <a16:creationId xmlns:a16="http://schemas.microsoft.com/office/drawing/2014/main" id="{F1EC61F5-982F-BDC3-8134-A3E33257938B}"/>
              </a:ext>
            </a:extLst>
          </p:cNvPr>
          <p:cNvSpPr txBox="1"/>
          <p:nvPr/>
        </p:nvSpPr>
        <p:spPr>
          <a:xfrm rot="5400013">
            <a:off x="5625480" y="2430649"/>
            <a:ext cx="3057845" cy="1631216"/>
          </a:xfrm>
          <a:prstGeom prst="rect">
            <a:avLst/>
          </a:prstGeom>
          <a:noFill/>
          <a:ln w="9528" cap="flat">
            <a:solidFill>
              <a:srgbClr val="156082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tu nombre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la onomatopeya del pollito, luego ubica trocitos de cáscara de huevo en el huevito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Con tu crayola amarilla colorea el pollito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Con tu crayola favorita realiza el trazo siguiendo la línea punteada (conejo y gato)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Colorea el anexo, recórtalo y ubícalo en los espacios en blanco según la alimentación de los animales</a:t>
            </a:r>
            <a:endParaRPr lang="es-MX" sz="1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C89CDC-55CF-CA32-83C5-CA2A395161D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FE9569-1CEE-79CD-6370-DCE3778B23D2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3EE6A9BD-DA85-F25F-90E6-1F5C3DC066C5}"/>
              </a:ext>
            </a:extLst>
          </p:cNvPr>
          <p:cNvSpPr/>
          <p:nvPr/>
        </p:nvSpPr>
        <p:spPr>
          <a:xfrm>
            <a:off x="294345" y="141137"/>
            <a:ext cx="2989703" cy="751801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57150" cap="flat">
            <a:solidFill>
              <a:srgbClr val="C04F1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Feliz lunes familia,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Nuestra temática para el mes de marzo serán los animales de la granja.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El día de hoy realizamos las siguientes actividades.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Nos activamos bailando y cantando 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Realizamos transvase de granos potenciando nuestra coordinación óculo manual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Correlacionamos y coloreamos aminales de la granja mientras verbalizábamos sus onomatopeyas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En una actividad de movimiento clasificamos animales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0BC684C-CFA8-545C-5310-90D6A4154B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1434949" y="286746"/>
            <a:ext cx="730550" cy="7202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6621160-E0E2-41E3-2B24-23D4F6615A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04" t="40145" r="19049" b="27625"/>
          <a:stretch>
            <a:fillRect/>
          </a:stretch>
        </p:blipFill>
        <p:spPr>
          <a:xfrm>
            <a:off x="1315940" y="6837471"/>
            <a:ext cx="946513" cy="64387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2720C7F5-015D-D7D1-96AA-700BDF292CE6}"/>
              </a:ext>
            </a:extLst>
          </p:cNvPr>
          <p:cNvSpPr/>
          <p:nvPr/>
        </p:nvSpPr>
        <p:spPr>
          <a:xfrm>
            <a:off x="3549572" y="134819"/>
            <a:ext cx="2989703" cy="751801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57150" cap="flat">
            <a:solidFill>
              <a:srgbClr val="C04F1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Feliz lunes familia,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Nuestra temática para el mes de marzo serán los animales de la granja.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El día de hoy realizamos las siguientes actividades.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Nos activamos bailando y cantando 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Realizamos transvase de granos potenciando nuestra coordinación óculo manual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Correlacionamos y coloreamos aminales de la granja mientras verbalizábamos sus onomatopeyas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En una actividad de movimiento clasificamos animales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C79D668-0A1D-BF25-9DF5-2432493260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4690167" y="280428"/>
            <a:ext cx="730550" cy="7202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57CE841-76D2-C6E1-773B-7B137C74C1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04" t="40145" r="19049" b="27625"/>
          <a:stretch>
            <a:fillRect/>
          </a:stretch>
        </p:blipFill>
        <p:spPr>
          <a:xfrm>
            <a:off x="4571167" y="6831153"/>
            <a:ext cx="946513" cy="64387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8712814-6E5B-43F4-C3B1-67580D8E7FD8}"/>
              </a:ext>
            </a:extLst>
          </p:cNvPr>
          <p:cNvSpPr/>
          <p:nvPr/>
        </p:nvSpPr>
        <p:spPr>
          <a:xfrm>
            <a:off x="6644542" y="134819"/>
            <a:ext cx="2989703" cy="751801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57150" cap="flat">
            <a:solidFill>
              <a:srgbClr val="C04F1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Feliz lunes familia,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Nuestra temática para el mes de marzo serán los animales de la granja.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El día de hoy realizamos las siguientes actividades.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Nos activamos bailando y cantando 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Realizamos transvase de granos potenciando nuestra coordinación óculo manual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Correlacionamos y coloreamos aminales de la granja mientras verbalizábamos sus onomatopeyas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En una actividad de movimiento clasificamos animales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39BDA7B-764D-99B5-1B45-0529568199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7785146" y="280428"/>
            <a:ext cx="730550" cy="7202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92746B7-4AD6-E463-D584-1C361F1C7E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04" t="40145" r="19049" b="27625"/>
          <a:stretch>
            <a:fillRect/>
          </a:stretch>
        </p:blipFill>
        <p:spPr>
          <a:xfrm>
            <a:off x="7666137" y="6831153"/>
            <a:ext cx="946513" cy="643874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3">
            <a:extLst>
              <a:ext uri="{FF2B5EF4-FFF2-40B4-BE49-F238E27FC236}">
                <a16:creationId xmlns:a16="http://schemas.microsoft.com/office/drawing/2014/main" id="{FBDA8A6B-4C32-EDBF-5826-C1A3E31A19D0}"/>
              </a:ext>
            </a:extLst>
          </p:cNvPr>
          <p:cNvGraphicFramePr>
            <a:graphicFrameLocks noGrp="1"/>
          </p:cNvGraphicFramePr>
          <p:nvPr/>
        </p:nvGraphicFramePr>
        <p:xfrm>
          <a:off x="134800" y="134846"/>
          <a:ext cx="4447943" cy="2682410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482644">
                  <a:extLst>
                    <a:ext uri="{9D8B030D-6E8A-4147-A177-3AD203B41FA5}">
                      <a16:colId xmlns:a16="http://schemas.microsoft.com/office/drawing/2014/main" val="3286149145"/>
                    </a:ext>
                  </a:extLst>
                </a:gridCol>
                <a:gridCol w="1482644">
                  <a:extLst>
                    <a:ext uri="{9D8B030D-6E8A-4147-A177-3AD203B41FA5}">
                      <a16:colId xmlns:a16="http://schemas.microsoft.com/office/drawing/2014/main" val="3559413816"/>
                    </a:ext>
                  </a:extLst>
                </a:gridCol>
                <a:gridCol w="1482644">
                  <a:extLst>
                    <a:ext uri="{9D8B030D-6E8A-4147-A177-3AD203B41FA5}">
                      <a16:colId xmlns:a16="http://schemas.microsoft.com/office/drawing/2014/main" val="4016019328"/>
                    </a:ext>
                  </a:extLst>
                </a:gridCol>
              </a:tblGrid>
              <a:tr h="1341205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6470663"/>
                  </a:ext>
                </a:extLst>
              </a:tr>
              <a:tr h="1341205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0263405"/>
                  </a:ext>
                </a:extLst>
              </a:tr>
            </a:tbl>
          </a:graphicData>
        </a:graphic>
      </p:graphicFrame>
      <p:pic>
        <p:nvPicPr>
          <p:cNvPr id="3" name="Picture 4" descr="Trace and color cute pig space worksheet for kids Vector Image">
            <a:extLst>
              <a:ext uri="{FF2B5EF4-FFF2-40B4-BE49-F238E27FC236}">
                <a16:creationId xmlns:a16="http://schemas.microsoft.com/office/drawing/2014/main" id="{598D3075-2DB7-B364-A3C8-735854027C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83" t="31222" r="53557" b="19386"/>
          <a:stretch>
            <a:fillRect/>
          </a:stretch>
        </p:blipFill>
        <p:spPr>
          <a:xfrm>
            <a:off x="1682157" y="178637"/>
            <a:ext cx="1304931" cy="123079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FA448A7E-9468-C68B-89FB-92F5703FA2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60" t="27917" r="53056" b="11479"/>
          <a:stretch>
            <a:fillRect/>
          </a:stretch>
        </p:blipFill>
        <p:spPr>
          <a:xfrm>
            <a:off x="1757440" y="1505422"/>
            <a:ext cx="1154356" cy="121583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C21E0C7E-1933-CB20-AB27-E657150CA7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90" t="31788" r="51099" b="13208"/>
          <a:stretch>
            <a:fillRect/>
          </a:stretch>
        </p:blipFill>
        <p:spPr>
          <a:xfrm>
            <a:off x="134800" y="1505422"/>
            <a:ext cx="1394633" cy="121583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Picture 10" descr="Trace and color cute cartoon colorful parrot. Worksheet for children.  36065205 Vector Art at Vecteezy">
            <a:extLst>
              <a:ext uri="{FF2B5EF4-FFF2-40B4-BE49-F238E27FC236}">
                <a16:creationId xmlns:a16="http://schemas.microsoft.com/office/drawing/2014/main" id="{BC6DC297-633D-5E98-93A6-3FEC1DBCE74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771" t="23525" r="50180" b="4836"/>
          <a:stretch>
            <a:fillRect/>
          </a:stretch>
        </p:blipFill>
        <p:spPr>
          <a:xfrm>
            <a:off x="390851" y="178637"/>
            <a:ext cx="1017626" cy="119686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Picture 10" descr="Trace and color cute cartoon colorful parrot. Worksheet for children.  36065205 Vector Art at Vecteezy">
            <a:extLst>
              <a:ext uri="{FF2B5EF4-FFF2-40B4-BE49-F238E27FC236}">
                <a16:creationId xmlns:a16="http://schemas.microsoft.com/office/drawing/2014/main" id="{FD29B2A8-33A0-9FD0-4A51-4807B759A7F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771" t="23525" r="50180" b="4836"/>
          <a:stretch>
            <a:fillRect/>
          </a:stretch>
        </p:blipFill>
        <p:spPr>
          <a:xfrm>
            <a:off x="3276103" y="279184"/>
            <a:ext cx="1017626" cy="119686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DD44838C-9240-2271-F812-FCA85BC742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90" t="31788" r="51099" b="13208"/>
          <a:stretch>
            <a:fillRect/>
          </a:stretch>
        </p:blipFill>
        <p:spPr>
          <a:xfrm>
            <a:off x="3139811" y="1538734"/>
            <a:ext cx="1394633" cy="1215831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9" name="Tabla 14">
            <a:extLst>
              <a:ext uri="{FF2B5EF4-FFF2-40B4-BE49-F238E27FC236}">
                <a16:creationId xmlns:a16="http://schemas.microsoft.com/office/drawing/2014/main" id="{57FA4107-4E67-0FFA-6DB1-ADE142AC3885}"/>
              </a:ext>
            </a:extLst>
          </p:cNvPr>
          <p:cNvGraphicFramePr>
            <a:graphicFrameLocks noGrp="1"/>
          </p:cNvGraphicFramePr>
          <p:nvPr/>
        </p:nvGraphicFramePr>
        <p:xfrm>
          <a:off x="134800" y="2946562"/>
          <a:ext cx="4447943" cy="2682410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482644">
                  <a:extLst>
                    <a:ext uri="{9D8B030D-6E8A-4147-A177-3AD203B41FA5}">
                      <a16:colId xmlns:a16="http://schemas.microsoft.com/office/drawing/2014/main" val="2930983106"/>
                    </a:ext>
                  </a:extLst>
                </a:gridCol>
                <a:gridCol w="1482644">
                  <a:extLst>
                    <a:ext uri="{9D8B030D-6E8A-4147-A177-3AD203B41FA5}">
                      <a16:colId xmlns:a16="http://schemas.microsoft.com/office/drawing/2014/main" val="1099506703"/>
                    </a:ext>
                  </a:extLst>
                </a:gridCol>
                <a:gridCol w="1482644">
                  <a:extLst>
                    <a:ext uri="{9D8B030D-6E8A-4147-A177-3AD203B41FA5}">
                      <a16:colId xmlns:a16="http://schemas.microsoft.com/office/drawing/2014/main" val="3908010100"/>
                    </a:ext>
                  </a:extLst>
                </a:gridCol>
              </a:tblGrid>
              <a:tr h="1341205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4933225"/>
                  </a:ext>
                </a:extLst>
              </a:tr>
              <a:tr h="1341205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390524"/>
                  </a:ext>
                </a:extLst>
              </a:tr>
            </a:tbl>
          </a:graphicData>
        </a:graphic>
      </p:graphicFrame>
      <p:pic>
        <p:nvPicPr>
          <p:cNvPr id="10" name="Picture 4" descr="Trace and color cute pig space worksheet for kids Vector Image">
            <a:extLst>
              <a:ext uri="{FF2B5EF4-FFF2-40B4-BE49-F238E27FC236}">
                <a16:creationId xmlns:a16="http://schemas.microsoft.com/office/drawing/2014/main" id="{22F597C0-71FB-1396-26B6-CD104E7C01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83" t="31222" r="53557" b="19386"/>
          <a:stretch>
            <a:fillRect/>
          </a:stretch>
        </p:blipFill>
        <p:spPr>
          <a:xfrm>
            <a:off x="1682157" y="2990353"/>
            <a:ext cx="1304931" cy="123079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DAB0CD1D-F98B-7EA4-56AA-F2E62DDBCE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60" t="27917" r="53056" b="11479"/>
          <a:stretch>
            <a:fillRect/>
          </a:stretch>
        </p:blipFill>
        <p:spPr>
          <a:xfrm>
            <a:off x="1757440" y="4317138"/>
            <a:ext cx="1154356" cy="121583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00DC1BC9-B508-102D-0CE3-3513AFE264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90" t="31788" r="51099" b="13208"/>
          <a:stretch>
            <a:fillRect/>
          </a:stretch>
        </p:blipFill>
        <p:spPr>
          <a:xfrm>
            <a:off x="134800" y="4317138"/>
            <a:ext cx="1394633" cy="121583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Picture 10" descr="Trace and color cute cartoon colorful parrot. Worksheet for children.  36065205 Vector Art at Vecteezy">
            <a:extLst>
              <a:ext uri="{FF2B5EF4-FFF2-40B4-BE49-F238E27FC236}">
                <a16:creationId xmlns:a16="http://schemas.microsoft.com/office/drawing/2014/main" id="{E58A4EEA-FAC0-B8BF-20CC-D8B937D918C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771" t="23525" r="50180" b="4836"/>
          <a:stretch>
            <a:fillRect/>
          </a:stretch>
        </p:blipFill>
        <p:spPr>
          <a:xfrm>
            <a:off x="390851" y="2990353"/>
            <a:ext cx="1017626" cy="119686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Picture 10" descr="Trace and color cute cartoon colorful parrot. Worksheet for children.  36065205 Vector Art at Vecteezy">
            <a:extLst>
              <a:ext uri="{FF2B5EF4-FFF2-40B4-BE49-F238E27FC236}">
                <a16:creationId xmlns:a16="http://schemas.microsoft.com/office/drawing/2014/main" id="{7020471D-17D8-0C64-CAAB-3E7DC65EBE0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771" t="23525" r="50180" b="4836"/>
          <a:stretch>
            <a:fillRect/>
          </a:stretch>
        </p:blipFill>
        <p:spPr>
          <a:xfrm>
            <a:off x="3276103" y="3090900"/>
            <a:ext cx="1017626" cy="119686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5DD0FEEA-FE94-EE34-49ED-0AF14BCB7A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90" t="31788" r="51099" b="13208"/>
          <a:stretch>
            <a:fillRect/>
          </a:stretch>
        </p:blipFill>
        <p:spPr>
          <a:xfrm>
            <a:off x="3139811" y="4350450"/>
            <a:ext cx="1394633" cy="1215831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16" name="Tabla 21">
            <a:extLst>
              <a:ext uri="{FF2B5EF4-FFF2-40B4-BE49-F238E27FC236}">
                <a16:creationId xmlns:a16="http://schemas.microsoft.com/office/drawing/2014/main" id="{C48ED416-8419-97F8-7665-4BBE5484316F}"/>
              </a:ext>
            </a:extLst>
          </p:cNvPr>
          <p:cNvGraphicFramePr>
            <a:graphicFrameLocks noGrp="1"/>
          </p:cNvGraphicFramePr>
          <p:nvPr/>
        </p:nvGraphicFramePr>
        <p:xfrm>
          <a:off x="4687168" y="134846"/>
          <a:ext cx="4447943" cy="2682410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482644">
                  <a:extLst>
                    <a:ext uri="{9D8B030D-6E8A-4147-A177-3AD203B41FA5}">
                      <a16:colId xmlns:a16="http://schemas.microsoft.com/office/drawing/2014/main" val="2601313405"/>
                    </a:ext>
                  </a:extLst>
                </a:gridCol>
                <a:gridCol w="1482644">
                  <a:extLst>
                    <a:ext uri="{9D8B030D-6E8A-4147-A177-3AD203B41FA5}">
                      <a16:colId xmlns:a16="http://schemas.microsoft.com/office/drawing/2014/main" val="1487121160"/>
                    </a:ext>
                  </a:extLst>
                </a:gridCol>
                <a:gridCol w="1482644">
                  <a:extLst>
                    <a:ext uri="{9D8B030D-6E8A-4147-A177-3AD203B41FA5}">
                      <a16:colId xmlns:a16="http://schemas.microsoft.com/office/drawing/2014/main" val="3878017734"/>
                    </a:ext>
                  </a:extLst>
                </a:gridCol>
              </a:tblGrid>
              <a:tr h="1341205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962926"/>
                  </a:ext>
                </a:extLst>
              </a:tr>
              <a:tr h="1341205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140916"/>
                  </a:ext>
                </a:extLst>
              </a:tr>
            </a:tbl>
          </a:graphicData>
        </a:graphic>
      </p:graphicFrame>
      <p:pic>
        <p:nvPicPr>
          <p:cNvPr id="17" name="Picture 4" descr="Trace and color cute pig space worksheet for kids Vector Image">
            <a:extLst>
              <a:ext uri="{FF2B5EF4-FFF2-40B4-BE49-F238E27FC236}">
                <a16:creationId xmlns:a16="http://schemas.microsoft.com/office/drawing/2014/main" id="{E20D2121-5999-5F3E-BFE7-3A6CCFC60D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83" t="31222" r="53557" b="19386"/>
          <a:stretch>
            <a:fillRect/>
          </a:stretch>
        </p:blipFill>
        <p:spPr>
          <a:xfrm>
            <a:off x="6234525" y="178637"/>
            <a:ext cx="1304931" cy="123079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8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60B1634C-B1B9-3EAF-20F3-2B40DB2B1F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60" t="27917" r="53056" b="11479"/>
          <a:stretch>
            <a:fillRect/>
          </a:stretch>
        </p:blipFill>
        <p:spPr>
          <a:xfrm>
            <a:off x="6309817" y="1505422"/>
            <a:ext cx="1154356" cy="121583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9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F5EC724C-4B99-0485-3C22-620DDA1FBB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90" t="31788" r="51099" b="13208"/>
          <a:stretch>
            <a:fillRect/>
          </a:stretch>
        </p:blipFill>
        <p:spPr>
          <a:xfrm>
            <a:off x="4687168" y="1505422"/>
            <a:ext cx="1394633" cy="121583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0" name="Picture 10" descr="Trace and color cute cartoon colorful parrot. Worksheet for children.  36065205 Vector Art at Vecteezy">
            <a:extLst>
              <a:ext uri="{FF2B5EF4-FFF2-40B4-BE49-F238E27FC236}">
                <a16:creationId xmlns:a16="http://schemas.microsoft.com/office/drawing/2014/main" id="{233E7B7B-0183-C563-79D5-013407AD38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771" t="23525" r="50180" b="4836"/>
          <a:stretch>
            <a:fillRect/>
          </a:stretch>
        </p:blipFill>
        <p:spPr>
          <a:xfrm>
            <a:off x="4943228" y="178637"/>
            <a:ext cx="1017626" cy="119686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1" name="Picture 10" descr="Trace and color cute cartoon colorful parrot. Worksheet for children.  36065205 Vector Art at Vecteezy">
            <a:extLst>
              <a:ext uri="{FF2B5EF4-FFF2-40B4-BE49-F238E27FC236}">
                <a16:creationId xmlns:a16="http://schemas.microsoft.com/office/drawing/2014/main" id="{20D239D0-ED7C-8EF1-D8B2-26D3DEC0B9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771" t="23525" r="50180" b="4836"/>
          <a:stretch>
            <a:fillRect/>
          </a:stretch>
        </p:blipFill>
        <p:spPr>
          <a:xfrm>
            <a:off x="7828480" y="279184"/>
            <a:ext cx="1017626" cy="119686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2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488F120E-CFF8-B379-34EF-8A4701221E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90" t="31788" r="51099" b="13208"/>
          <a:stretch>
            <a:fillRect/>
          </a:stretch>
        </p:blipFill>
        <p:spPr>
          <a:xfrm>
            <a:off x="7692179" y="1538734"/>
            <a:ext cx="1394633" cy="1215831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23" name="Tabla 28">
            <a:extLst>
              <a:ext uri="{FF2B5EF4-FFF2-40B4-BE49-F238E27FC236}">
                <a16:creationId xmlns:a16="http://schemas.microsoft.com/office/drawing/2014/main" id="{735BDC8D-5516-1185-9F92-726824AA9C29}"/>
              </a:ext>
            </a:extLst>
          </p:cNvPr>
          <p:cNvGraphicFramePr>
            <a:graphicFrameLocks noGrp="1"/>
          </p:cNvGraphicFramePr>
          <p:nvPr/>
        </p:nvGraphicFramePr>
        <p:xfrm>
          <a:off x="4687168" y="2946562"/>
          <a:ext cx="4447943" cy="2682410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482644">
                  <a:extLst>
                    <a:ext uri="{9D8B030D-6E8A-4147-A177-3AD203B41FA5}">
                      <a16:colId xmlns:a16="http://schemas.microsoft.com/office/drawing/2014/main" val="993039455"/>
                    </a:ext>
                  </a:extLst>
                </a:gridCol>
                <a:gridCol w="1482644">
                  <a:extLst>
                    <a:ext uri="{9D8B030D-6E8A-4147-A177-3AD203B41FA5}">
                      <a16:colId xmlns:a16="http://schemas.microsoft.com/office/drawing/2014/main" val="2165234164"/>
                    </a:ext>
                  </a:extLst>
                </a:gridCol>
                <a:gridCol w="1482644">
                  <a:extLst>
                    <a:ext uri="{9D8B030D-6E8A-4147-A177-3AD203B41FA5}">
                      <a16:colId xmlns:a16="http://schemas.microsoft.com/office/drawing/2014/main" val="4118052575"/>
                    </a:ext>
                  </a:extLst>
                </a:gridCol>
              </a:tblGrid>
              <a:tr h="1341205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590602"/>
                  </a:ext>
                </a:extLst>
              </a:tr>
              <a:tr h="1341205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322684"/>
                  </a:ext>
                </a:extLst>
              </a:tr>
            </a:tbl>
          </a:graphicData>
        </a:graphic>
      </p:graphicFrame>
      <p:pic>
        <p:nvPicPr>
          <p:cNvPr id="24" name="Picture 4" descr="Trace and color cute pig space worksheet for kids Vector Image">
            <a:extLst>
              <a:ext uri="{FF2B5EF4-FFF2-40B4-BE49-F238E27FC236}">
                <a16:creationId xmlns:a16="http://schemas.microsoft.com/office/drawing/2014/main" id="{37FE8210-ACBA-0211-493C-0F93A5E84D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83" t="31222" r="53557" b="19386"/>
          <a:stretch>
            <a:fillRect/>
          </a:stretch>
        </p:blipFill>
        <p:spPr>
          <a:xfrm>
            <a:off x="6234525" y="2990353"/>
            <a:ext cx="1304931" cy="123079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5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4DCEC457-D191-0679-CE7F-2DEA462B93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60" t="27917" r="53056" b="11479"/>
          <a:stretch>
            <a:fillRect/>
          </a:stretch>
        </p:blipFill>
        <p:spPr>
          <a:xfrm>
            <a:off x="6309817" y="4317138"/>
            <a:ext cx="1154356" cy="121583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6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48B3A1A7-E140-22E7-DDED-4579169301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90" t="31788" r="51099" b="13208"/>
          <a:stretch>
            <a:fillRect/>
          </a:stretch>
        </p:blipFill>
        <p:spPr>
          <a:xfrm>
            <a:off x="4687168" y="4317138"/>
            <a:ext cx="1394633" cy="121583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7" name="Picture 10" descr="Trace and color cute cartoon colorful parrot. Worksheet for children.  36065205 Vector Art at Vecteezy">
            <a:extLst>
              <a:ext uri="{FF2B5EF4-FFF2-40B4-BE49-F238E27FC236}">
                <a16:creationId xmlns:a16="http://schemas.microsoft.com/office/drawing/2014/main" id="{98117E41-CCF0-FE08-B2F6-1A4B4C2F340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771" t="23525" r="50180" b="4836"/>
          <a:stretch>
            <a:fillRect/>
          </a:stretch>
        </p:blipFill>
        <p:spPr>
          <a:xfrm>
            <a:off x="4943228" y="2990353"/>
            <a:ext cx="1017626" cy="119686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8" name="Picture 10" descr="Trace and color cute cartoon colorful parrot. Worksheet for children.  36065205 Vector Art at Vecteezy">
            <a:extLst>
              <a:ext uri="{FF2B5EF4-FFF2-40B4-BE49-F238E27FC236}">
                <a16:creationId xmlns:a16="http://schemas.microsoft.com/office/drawing/2014/main" id="{4F0387D4-FD3D-E9B2-6C66-DF020E40B06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771" t="23525" r="50180" b="4836"/>
          <a:stretch>
            <a:fillRect/>
          </a:stretch>
        </p:blipFill>
        <p:spPr>
          <a:xfrm>
            <a:off x="7828480" y="3090900"/>
            <a:ext cx="1017626" cy="119686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9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24573546-FAE3-BC7A-479F-096DD89A12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90" t="31788" r="51099" b="13208"/>
          <a:stretch>
            <a:fillRect/>
          </a:stretch>
        </p:blipFill>
        <p:spPr>
          <a:xfrm>
            <a:off x="7692179" y="4350450"/>
            <a:ext cx="1394633" cy="1215831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4">
            <a:extLst>
              <a:ext uri="{FF2B5EF4-FFF2-40B4-BE49-F238E27FC236}">
                <a16:creationId xmlns:a16="http://schemas.microsoft.com/office/drawing/2014/main" id="{7BACB5DE-9AB4-5F76-9DED-65790484E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12" y="295826"/>
            <a:ext cx="6060478" cy="718391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n 5">
            <a:extLst>
              <a:ext uri="{FF2B5EF4-FFF2-40B4-BE49-F238E27FC236}">
                <a16:creationId xmlns:a16="http://schemas.microsoft.com/office/drawing/2014/main" id="{2660153B-9B61-E1F9-FA6F-596ED55A26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241"/>
          <a:stretch>
            <a:fillRect/>
          </a:stretch>
        </p:blipFill>
        <p:spPr>
          <a:xfrm>
            <a:off x="6601218" y="295826"/>
            <a:ext cx="3015645" cy="7183919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8CF3A0-B633-56AC-B304-566261AD421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249196-82A6-4DD9-4293-6DDD1C80D37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144B6385-E105-5EF1-9688-15322922D87F}"/>
              </a:ext>
            </a:extLst>
          </p:cNvPr>
          <p:cNvSpPr/>
          <p:nvPr/>
        </p:nvSpPr>
        <p:spPr>
          <a:xfrm>
            <a:off x="170782" y="153491"/>
            <a:ext cx="2989703" cy="751801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57150" cap="flat">
            <a:solidFill>
              <a:srgbClr val="C04F1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Feliz martes familia,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El día de hoy realizamos las siguientes actividades: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Nos activamos en el circuito motor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Realizamos una actividad de secuencia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Potenciamos nuestra pinza fina buscando elementos 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Reforzamos nuestro agarre de tijeras 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Realizamos una actividad de enhebrado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Cantamos y bailamos identificando las onomatopeyas de los animales de la granja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IMPORTANTE: para el día jueves trae contigo una bolsa de fríjoles en vaina.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6336285-84A9-2D7D-CC58-83662C7132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1311377" y="299109"/>
            <a:ext cx="730550" cy="7202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DA53DBC-5E61-51F7-7116-C4B18AD3E8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04" t="40145" r="19049" b="27625"/>
          <a:stretch>
            <a:fillRect/>
          </a:stretch>
        </p:blipFill>
        <p:spPr>
          <a:xfrm>
            <a:off x="1192377" y="6849834"/>
            <a:ext cx="946513" cy="64387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8EB99E4-E33C-A5CD-FB7A-595ED3DE4FC0}"/>
              </a:ext>
            </a:extLst>
          </p:cNvPr>
          <p:cNvSpPr/>
          <p:nvPr/>
        </p:nvSpPr>
        <p:spPr>
          <a:xfrm>
            <a:off x="3372508" y="153491"/>
            <a:ext cx="2989703" cy="751801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57150" cap="flat">
            <a:solidFill>
              <a:srgbClr val="C04F1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Feliz martes familia,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El día de hoy realizamos las siguientes actividades: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Nos activamos en el circuito motor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Realizamos una actividad de secuencia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Potenciamos nuestra pinza fina buscando elementos 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Reforzamos nuestro agarre de tijeras 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Realizamos una actividad de enhebrado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Cantamos y bailamos identificando las onomatopeyas de los animales de la granja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IMPORTANTE: para el día jueves trae contigo una bolsa de fríjoles en vaina.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6CB1FA1-C4F4-5744-A837-5E039F4F05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4513112" y="299109"/>
            <a:ext cx="730550" cy="7202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93FC19B-FA29-289D-FE7E-5E9C303D28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04" t="40145" r="19049" b="27625"/>
          <a:stretch>
            <a:fillRect/>
          </a:stretch>
        </p:blipFill>
        <p:spPr>
          <a:xfrm>
            <a:off x="4394103" y="6849834"/>
            <a:ext cx="946513" cy="64387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0E48D89-4ABC-A292-415A-BF87D42EE9AC}"/>
              </a:ext>
            </a:extLst>
          </p:cNvPr>
          <p:cNvSpPr/>
          <p:nvPr/>
        </p:nvSpPr>
        <p:spPr>
          <a:xfrm>
            <a:off x="6499216" y="153491"/>
            <a:ext cx="2989703" cy="751801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57150" cap="flat">
            <a:solidFill>
              <a:srgbClr val="C04F1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Feliz martes familia,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El día de hoy realizamos las siguientes actividades: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Nos activamos en el circuito motor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Realizamos una actividad de secuencia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Potenciamos nuestra pinza fina buscando elementos 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Reforzamos nuestro agarre de tijeras 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Realizamos una actividad de enhebrado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Cantamos y bailamos identificando las onomatopeyas de los animales de la granja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IMPORTANTE: para el día jueves trae contigo una bolsa de fríjoles en vaina.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64D084D-5509-2CF5-5BEF-3F3BF56053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7639821" y="299109"/>
            <a:ext cx="730550" cy="7202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9B5B095-4C68-68F8-AA1C-440A27FE47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04" t="40145" r="19049" b="27625"/>
          <a:stretch>
            <a:fillRect/>
          </a:stretch>
        </p:blipFill>
        <p:spPr>
          <a:xfrm>
            <a:off x="7520811" y="6849834"/>
            <a:ext cx="946513" cy="643874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4">
            <a:extLst>
              <a:ext uri="{FF2B5EF4-FFF2-40B4-BE49-F238E27FC236}">
                <a16:creationId xmlns:a16="http://schemas.microsoft.com/office/drawing/2014/main" id="{FC3A7D2B-9926-7530-2A74-1D6F3AE6E5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629" t="27044" r="18416" b="9671"/>
          <a:stretch>
            <a:fillRect/>
          </a:stretch>
        </p:blipFill>
        <p:spPr>
          <a:xfrm>
            <a:off x="2296332" y="213713"/>
            <a:ext cx="2329946" cy="640208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n 6">
            <a:extLst>
              <a:ext uri="{FF2B5EF4-FFF2-40B4-BE49-F238E27FC236}">
                <a16:creationId xmlns:a16="http://schemas.microsoft.com/office/drawing/2014/main" id="{04D674E6-67BF-D9CB-D5C6-656C9D7E01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629" t="27044" r="18416" b="9671"/>
          <a:stretch>
            <a:fillRect/>
          </a:stretch>
        </p:blipFill>
        <p:spPr>
          <a:xfrm>
            <a:off x="6888998" y="213713"/>
            <a:ext cx="2329946" cy="640208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CuadroTexto 1">
            <a:extLst>
              <a:ext uri="{FF2B5EF4-FFF2-40B4-BE49-F238E27FC236}">
                <a16:creationId xmlns:a16="http://schemas.microsoft.com/office/drawing/2014/main" id="{8D3B67D0-E89A-16AD-AC75-15FA5AB1A3B8}"/>
              </a:ext>
            </a:extLst>
          </p:cNvPr>
          <p:cNvSpPr txBox="1"/>
          <p:nvPr/>
        </p:nvSpPr>
        <p:spPr>
          <a:xfrm>
            <a:off x="0" y="6730870"/>
            <a:ext cx="3933172" cy="8309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tu nombre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Diviértete adivinando cual es el animal y que parte falta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Colorea, recorta y correlaciona los animales, no olvides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realizar su onomatopeya</a:t>
            </a: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.</a:t>
            </a:r>
            <a:endParaRPr lang="es-MX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CuadroTexto 2">
            <a:extLst>
              <a:ext uri="{FF2B5EF4-FFF2-40B4-BE49-F238E27FC236}">
                <a16:creationId xmlns:a16="http://schemas.microsoft.com/office/drawing/2014/main" id="{984C4D02-CFAC-51F6-155A-FFAB2A91F1E9}"/>
              </a:ext>
            </a:extLst>
          </p:cNvPr>
          <p:cNvSpPr txBox="1"/>
          <p:nvPr/>
        </p:nvSpPr>
        <p:spPr>
          <a:xfrm>
            <a:off x="4626278" y="6730870"/>
            <a:ext cx="3933172" cy="8309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tu nombre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Diviértete adivinando cual es el animal y que parte falta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Colorea, recorta y correlaciona los animales, no olvides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0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realizar su onomatopeya</a:t>
            </a: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.</a:t>
            </a:r>
            <a:endParaRPr lang="es-MX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6" name="Imagen 7" descr="Forma, Círculo, Cuadrado&#10;&#10;El contenido generado por IA puede ser incorrecto.">
            <a:extLst>
              <a:ext uri="{FF2B5EF4-FFF2-40B4-BE49-F238E27FC236}">
                <a16:creationId xmlns:a16="http://schemas.microsoft.com/office/drawing/2014/main" id="{140E7F71-0F37-6EBB-6F44-CC2E85BE4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77" y="308811"/>
            <a:ext cx="2196215" cy="622269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Imagen 8" descr="Forma, Círculo, Cuadrado&#10;&#10;El contenido generado por IA puede ser incorrecto.">
            <a:extLst>
              <a:ext uri="{FF2B5EF4-FFF2-40B4-BE49-F238E27FC236}">
                <a16:creationId xmlns:a16="http://schemas.microsoft.com/office/drawing/2014/main" id="{631A7B54-3DCC-13CA-64DB-50558B35A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796" y="214207"/>
            <a:ext cx="2196215" cy="6222693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AFAFE-BE90-44C3-C4ED-ECA3A7D65B5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D3E7B2-12EC-44A6-37BE-F3EBC6104FE9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Rectángulo: esquinas redondeadas 6">
            <a:extLst>
              <a:ext uri="{FF2B5EF4-FFF2-40B4-BE49-F238E27FC236}">
                <a16:creationId xmlns:a16="http://schemas.microsoft.com/office/drawing/2014/main" id="{660CF512-B22E-EAF3-9327-A679B254C12D}"/>
              </a:ext>
            </a:extLst>
          </p:cNvPr>
          <p:cNvSpPr/>
          <p:nvPr/>
        </p:nvSpPr>
        <p:spPr>
          <a:xfrm>
            <a:off x="189399" y="14987"/>
            <a:ext cx="2989703" cy="751801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57150" cap="flat">
            <a:solidFill>
              <a:srgbClr val="C04F1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Feliz miércoles familia,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El día de hoy realizamos las siguientes actividades: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Nos activamos en el circuito motor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Correlacionamos animales de la granja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Nos divertimos explorando auditivamente elementos que estaban dentro de unos conejitos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Usando dactilopintura realizamos un títere de vaca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Cantamos y bailamos identificando lateralidades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IMPORTANTE: no olvides traer mañana los frijoles en vaina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5" name="Imagen 7">
            <a:extLst>
              <a:ext uri="{FF2B5EF4-FFF2-40B4-BE49-F238E27FC236}">
                <a16:creationId xmlns:a16="http://schemas.microsoft.com/office/drawing/2014/main" id="{C80F9F0F-B014-1E79-C160-C704511C02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1343683" y="131106"/>
            <a:ext cx="650211" cy="64105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Imagen 8">
            <a:extLst>
              <a:ext uri="{FF2B5EF4-FFF2-40B4-BE49-F238E27FC236}">
                <a16:creationId xmlns:a16="http://schemas.microsoft.com/office/drawing/2014/main" id="{9FCF0466-FCC9-AE11-D2AE-81E04F5A39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04" t="40145" r="19049" b="27625"/>
          <a:stretch>
            <a:fillRect/>
          </a:stretch>
        </p:blipFill>
        <p:spPr>
          <a:xfrm>
            <a:off x="1210994" y="6831976"/>
            <a:ext cx="946513" cy="64387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Rectángulo: esquinas redondeadas 9">
            <a:extLst>
              <a:ext uri="{FF2B5EF4-FFF2-40B4-BE49-F238E27FC236}">
                <a16:creationId xmlns:a16="http://schemas.microsoft.com/office/drawing/2014/main" id="{DBEE4CB6-8E35-B350-FE17-17165BF71C4F}"/>
              </a:ext>
            </a:extLst>
          </p:cNvPr>
          <p:cNvSpPr/>
          <p:nvPr/>
        </p:nvSpPr>
        <p:spPr>
          <a:xfrm>
            <a:off x="3311792" y="131106"/>
            <a:ext cx="2989703" cy="751801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57150" cap="flat">
            <a:solidFill>
              <a:srgbClr val="C04F1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Feliz miércoles familia,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El día de hoy realizamos las siguientes actividades: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Nos activamos en el circuito motor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Correlacionamos animales de la granja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Nos divertimos explorando auditivamente elementos que estaban dentro de unos conejitos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Usando dactilopintura realizamos un títere de vaca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Cantamos y bailamos identificando lateralidades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IMPORTANTE: no olvides traer mañana los frijoles en vaina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8" name="Imagen 10">
            <a:extLst>
              <a:ext uri="{FF2B5EF4-FFF2-40B4-BE49-F238E27FC236}">
                <a16:creationId xmlns:a16="http://schemas.microsoft.com/office/drawing/2014/main" id="{23EA1F68-90B9-2707-F0F9-942C3619BA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4466075" y="247217"/>
            <a:ext cx="650211" cy="64105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Imagen 11">
            <a:extLst>
              <a:ext uri="{FF2B5EF4-FFF2-40B4-BE49-F238E27FC236}">
                <a16:creationId xmlns:a16="http://schemas.microsoft.com/office/drawing/2014/main" id="{CA9D8301-CB30-00CF-04DB-62CA618AFA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04" t="40145" r="19049" b="27625"/>
          <a:stretch>
            <a:fillRect/>
          </a:stretch>
        </p:blipFill>
        <p:spPr>
          <a:xfrm>
            <a:off x="4333387" y="6948095"/>
            <a:ext cx="946513" cy="64387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Rectángulo: esquinas redondeadas 12">
            <a:extLst>
              <a:ext uri="{FF2B5EF4-FFF2-40B4-BE49-F238E27FC236}">
                <a16:creationId xmlns:a16="http://schemas.microsoft.com/office/drawing/2014/main" id="{AA666D6F-F4D5-1312-2892-2C9ED906AC59}"/>
              </a:ext>
            </a:extLst>
          </p:cNvPr>
          <p:cNvSpPr/>
          <p:nvPr/>
        </p:nvSpPr>
        <p:spPr>
          <a:xfrm>
            <a:off x="6512000" y="131106"/>
            <a:ext cx="2989703" cy="751801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57150" cap="flat">
            <a:solidFill>
              <a:srgbClr val="C04F1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Feliz miércoles familia,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El día de hoy realizamos las siguientes actividades: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Nos activamos en el circuito motor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Correlacionamos animales de la granja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Nos divertimos explorando auditivamente elementos que estaban dentro de unos conejitos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Usando dactilopintura realizamos un títere de vaca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Cantamos y bailamos identificando lateralidades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IMPORTANTE: no olvides traer mañana los frijoles en vaina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11" name="Imagen 13">
            <a:extLst>
              <a:ext uri="{FF2B5EF4-FFF2-40B4-BE49-F238E27FC236}">
                <a16:creationId xmlns:a16="http://schemas.microsoft.com/office/drawing/2014/main" id="{9DDA440B-7F7A-70FA-EA28-603AC3150E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7666283" y="247217"/>
            <a:ext cx="650211" cy="64105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Imagen 14">
            <a:extLst>
              <a:ext uri="{FF2B5EF4-FFF2-40B4-BE49-F238E27FC236}">
                <a16:creationId xmlns:a16="http://schemas.microsoft.com/office/drawing/2014/main" id="{B64BB77B-064E-0727-7873-D457A47B1D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04" t="40145" r="19049" b="27625"/>
          <a:stretch>
            <a:fillRect/>
          </a:stretch>
        </p:blipFill>
        <p:spPr>
          <a:xfrm>
            <a:off x="7533595" y="6948095"/>
            <a:ext cx="946513" cy="643874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lindo pez tropical - una imagen para colorear. peces ...">
            <a:extLst>
              <a:ext uri="{FF2B5EF4-FFF2-40B4-BE49-F238E27FC236}">
                <a16:creationId xmlns:a16="http://schemas.microsoft.com/office/drawing/2014/main" id="{DFE17806-C348-21CF-C54E-97A2396EF6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6" t="8253" r="1720" b="9685"/>
          <a:stretch>
            <a:fillRect/>
          </a:stretch>
        </p:blipFill>
        <p:spPr>
          <a:xfrm rot="2102595">
            <a:off x="1584574" y="638249"/>
            <a:ext cx="1571387" cy="73029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FF1B0FC0-4812-3B42-B398-5BF558C6AB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90" t="14134" r="58961" b="5558"/>
          <a:stretch>
            <a:fillRect/>
          </a:stretch>
        </p:blipFill>
        <p:spPr>
          <a:xfrm rot="1665004">
            <a:off x="511058" y="136804"/>
            <a:ext cx="730294" cy="1798167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40AD1C13-6306-1643-14CC-5B3E6A14E244}"/>
              </a:ext>
            </a:extLst>
          </p:cNvPr>
          <p:cNvGraphicFramePr>
            <a:graphicFrameLocks noGrp="1"/>
          </p:cNvGraphicFramePr>
          <p:nvPr/>
        </p:nvGraphicFramePr>
        <p:xfrm>
          <a:off x="134435" y="259991"/>
          <a:ext cx="4523994" cy="1551791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508001">
                  <a:extLst>
                    <a:ext uri="{9D8B030D-6E8A-4147-A177-3AD203B41FA5}">
                      <a16:colId xmlns:a16="http://schemas.microsoft.com/office/drawing/2014/main" val="1511654559"/>
                    </a:ext>
                  </a:extLst>
                </a:gridCol>
                <a:gridCol w="1508001">
                  <a:extLst>
                    <a:ext uri="{9D8B030D-6E8A-4147-A177-3AD203B41FA5}">
                      <a16:colId xmlns:a16="http://schemas.microsoft.com/office/drawing/2014/main" val="2627896685"/>
                    </a:ext>
                  </a:extLst>
                </a:gridCol>
                <a:gridCol w="1508001">
                  <a:extLst>
                    <a:ext uri="{9D8B030D-6E8A-4147-A177-3AD203B41FA5}">
                      <a16:colId xmlns:a16="http://schemas.microsoft.com/office/drawing/2014/main" val="2811521557"/>
                    </a:ext>
                  </a:extLst>
                </a:gridCol>
              </a:tblGrid>
              <a:tr h="155179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7286543"/>
                  </a:ext>
                </a:extLst>
              </a:tr>
            </a:tbl>
          </a:graphicData>
        </a:graphic>
      </p:graphicFrame>
      <p:pic>
        <p:nvPicPr>
          <p:cNvPr id="5" name="Picture 2" descr="Comida de perro - Iconos gratis de animales">
            <a:extLst>
              <a:ext uri="{FF2B5EF4-FFF2-40B4-BE49-F238E27FC236}">
                <a16:creationId xmlns:a16="http://schemas.microsoft.com/office/drawing/2014/main" id="{455C043F-6919-8845-98A0-0F9981DEB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223205" y="318275"/>
            <a:ext cx="1435223" cy="143522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Picture 4" descr="lindo pez tropical - una imagen para colorear. peces ...">
            <a:extLst>
              <a:ext uri="{FF2B5EF4-FFF2-40B4-BE49-F238E27FC236}">
                <a16:creationId xmlns:a16="http://schemas.microsoft.com/office/drawing/2014/main" id="{9ADDBA30-25B9-3D79-9036-8644556303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6" t="8253" r="1720" b="9685"/>
          <a:stretch>
            <a:fillRect/>
          </a:stretch>
        </p:blipFill>
        <p:spPr>
          <a:xfrm rot="2102595">
            <a:off x="1608732" y="2386527"/>
            <a:ext cx="1571387" cy="73029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CD95FCEE-5914-999B-43DC-047BB90F15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90" t="14134" r="58961" b="5558"/>
          <a:stretch>
            <a:fillRect/>
          </a:stretch>
        </p:blipFill>
        <p:spPr>
          <a:xfrm rot="1665004">
            <a:off x="535226" y="1885082"/>
            <a:ext cx="730294" cy="1798167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8" name="Tabla 31">
            <a:extLst>
              <a:ext uri="{FF2B5EF4-FFF2-40B4-BE49-F238E27FC236}">
                <a16:creationId xmlns:a16="http://schemas.microsoft.com/office/drawing/2014/main" id="{CEA76F24-A837-6F2B-A687-716CAAC13275}"/>
              </a:ext>
            </a:extLst>
          </p:cNvPr>
          <p:cNvGraphicFramePr>
            <a:graphicFrameLocks noGrp="1"/>
          </p:cNvGraphicFramePr>
          <p:nvPr/>
        </p:nvGraphicFramePr>
        <p:xfrm>
          <a:off x="158593" y="2008269"/>
          <a:ext cx="4523994" cy="1551791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508001">
                  <a:extLst>
                    <a:ext uri="{9D8B030D-6E8A-4147-A177-3AD203B41FA5}">
                      <a16:colId xmlns:a16="http://schemas.microsoft.com/office/drawing/2014/main" val="375472352"/>
                    </a:ext>
                  </a:extLst>
                </a:gridCol>
                <a:gridCol w="1508001">
                  <a:extLst>
                    <a:ext uri="{9D8B030D-6E8A-4147-A177-3AD203B41FA5}">
                      <a16:colId xmlns:a16="http://schemas.microsoft.com/office/drawing/2014/main" val="3275967764"/>
                    </a:ext>
                  </a:extLst>
                </a:gridCol>
                <a:gridCol w="1508001">
                  <a:extLst>
                    <a:ext uri="{9D8B030D-6E8A-4147-A177-3AD203B41FA5}">
                      <a16:colId xmlns:a16="http://schemas.microsoft.com/office/drawing/2014/main" val="1430593052"/>
                    </a:ext>
                  </a:extLst>
                </a:gridCol>
              </a:tblGrid>
              <a:tr h="155179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6440940"/>
                  </a:ext>
                </a:extLst>
              </a:tr>
            </a:tbl>
          </a:graphicData>
        </a:graphic>
      </p:graphicFrame>
      <p:pic>
        <p:nvPicPr>
          <p:cNvPr id="9" name="Picture 2" descr="Comida de perro - Iconos gratis de animales">
            <a:extLst>
              <a:ext uri="{FF2B5EF4-FFF2-40B4-BE49-F238E27FC236}">
                <a16:creationId xmlns:a16="http://schemas.microsoft.com/office/drawing/2014/main" id="{106DA42F-5E38-E999-D249-E8F9D37AF6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247363" y="2066553"/>
            <a:ext cx="1435223" cy="143522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Picture 4" descr="lindo pez tropical - una imagen para colorear. peces ...">
            <a:extLst>
              <a:ext uri="{FF2B5EF4-FFF2-40B4-BE49-F238E27FC236}">
                <a16:creationId xmlns:a16="http://schemas.microsoft.com/office/drawing/2014/main" id="{16BFE14F-D267-8404-3EE8-E9286E31FE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6" t="8253" r="1720" b="9685"/>
          <a:stretch>
            <a:fillRect/>
          </a:stretch>
        </p:blipFill>
        <p:spPr>
          <a:xfrm rot="2102595">
            <a:off x="6235194" y="638249"/>
            <a:ext cx="1571387" cy="73029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4CAAB2BD-F839-4CCE-D1E6-7CE0E3ECC7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90" t="14134" r="58961" b="5558"/>
          <a:stretch>
            <a:fillRect/>
          </a:stretch>
        </p:blipFill>
        <p:spPr>
          <a:xfrm rot="1665004">
            <a:off x="5161678" y="136804"/>
            <a:ext cx="730294" cy="1798167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12" name="Tabla 35">
            <a:extLst>
              <a:ext uri="{FF2B5EF4-FFF2-40B4-BE49-F238E27FC236}">
                <a16:creationId xmlns:a16="http://schemas.microsoft.com/office/drawing/2014/main" id="{03C5B4B5-03F2-823A-7D7E-0E9A352EAB27}"/>
              </a:ext>
            </a:extLst>
          </p:cNvPr>
          <p:cNvGraphicFramePr>
            <a:graphicFrameLocks noGrp="1"/>
          </p:cNvGraphicFramePr>
          <p:nvPr/>
        </p:nvGraphicFramePr>
        <p:xfrm>
          <a:off x="4785055" y="259991"/>
          <a:ext cx="4523994" cy="1551791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508001">
                  <a:extLst>
                    <a:ext uri="{9D8B030D-6E8A-4147-A177-3AD203B41FA5}">
                      <a16:colId xmlns:a16="http://schemas.microsoft.com/office/drawing/2014/main" val="1879398356"/>
                    </a:ext>
                  </a:extLst>
                </a:gridCol>
                <a:gridCol w="1508001">
                  <a:extLst>
                    <a:ext uri="{9D8B030D-6E8A-4147-A177-3AD203B41FA5}">
                      <a16:colId xmlns:a16="http://schemas.microsoft.com/office/drawing/2014/main" val="4008787343"/>
                    </a:ext>
                  </a:extLst>
                </a:gridCol>
                <a:gridCol w="1508001">
                  <a:extLst>
                    <a:ext uri="{9D8B030D-6E8A-4147-A177-3AD203B41FA5}">
                      <a16:colId xmlns:a16="http://schemas.microsoft.com/office/drawing/2014/main" val="3438859940"/>
                    </a:ext>
                  </a:extLst>
                </a:gridCol>
              </a:tblGrid>
              <a:tr h="155179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7034189"/>
                  </a:ext>
                </a:extLst>
              </a:tr>
            </a:tbl>
          </a:graphicData>
        </a:graphic>
      </p:graphicFrame>
      <p:pic>
        <p:nvPicPr>
          <p:cNvPr id="13" name="Picture 2" descr="Comida de perro - Iconos gratis de animales">
            <a:extLst>
              <a:ext uri="{FF2B5EF4-FFF2-40B4-BE49-F238E27FC236}">
                <a16:creationId xmlns:a16="http://schemas.microsoft.com/office/drawing/2014/main" id="{B88945EA-EBEC-5D76-7604-74547DCA47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873816" y="318275"/>
            <a:ext cx="1435223" cy="143522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Picture 4" descr="lindo pez tropical - una imagen para colorear. peces ...">
            <a:extLst>
              <a:ext uri="{FF2B5EF4-FFF2-40B4-BE49-F238E27FC236}">
                <a16:creationId xmlns:a16="http://schemas.microsoft.com/office/drawing/2014/main" id="{28AD99E2-5C4B-05BE-1213-15A7EA7191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6" t="8253" r="1720" b="9685"/>
          <a:stretch>
            <a:fillRect/>
          </a:stretch>
        </p:blipFill>
        <p:spPr>
          <a:xfrm rot="2102595">
            <a:off x="6259352" y="2386527"/>
            <a:ext cx="1571387" cy="73029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B42176C6-2E0D-1474-CE0A-F1AE8BD877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90" t="14134" r="58961" b="5558"/>
          <a:stretch>
            <a:fillRect/>
          </a:stretch>
        </p:blipFill>
        <p:spPr>
          <a:xfrm rot="1665004">
            <a:off x="5185846" y="1885082"/>
            <a:ext cx="730294" cy="1798167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16" name="Tabla 39">
            <a:extLst>
              <a:ext uri="{FF2B5EF4-FFF2-40B4-BE49-F238E27FC236}">
                <a16:creationId xmlns:a16="http://schemas.microsoft.com/office/drawing/2014/main" id="{18C0A6F5-CCC1-E5F4-3586-C81F4D3BEA0A}"/>
              </a:ext>
            </a:extLst>
          </p:cNvPr>
          <p:cNvGraphicFramePr>
            <a:graphicFrameLocks noGrp="1"/>
          </p:cNvGraphicFramePr>
          <p:nvPr/>
        </p:nvGraphicFramePr>
        <p:xfrm>
          <a:off x="4809213" y="2008269"/>
          <a:ext cx="4523994" cy="1551791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508001">
                  <a:extLst>
                    <a:ext uri="{9D8B030D-6E8A-4147-A177-3AD203B41FA5}">
                      <a16:colId xmlns:a16="http://schemas.microsoft.com/office/drawing/2014/main" val="470697216"/>
                    </a:ext>
                  </a:extLst>
                </a:gridCol>
                <a:gridCol w="1508001">
                  <a:extLst>
                    <a:ext uri="{9D8B030D-6E8A-4147-A177-3AD203B41FA5}">
                      <a16:colId xmlns:a16="http://schemas.microsoft.com/office/drawing/2014/main" val="4222653198"/>
                    </a:ext>
                  </a:extLst>
                </a:gridCol>
                <a:gridCol w="1508001">
                  <a:extLst>
                    <a:ext uri="{9D8B030D-6E8A-4147-A177-3AD203B41FA5}">
                      <a16:colId xmlns:a16="http://schemas.microsoft.com/office/drawing/2014/main" val="4266534021"/>
                    </a:ext>
                  </a:extLst>
                </a:gridCol>
              </a:tblGrid>
              <a:tr h="155179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6408433"/>
                  </a:ext>
                </a:extLst>
              </a:tr>
            </a:tbl>
          </a:graphicData>
        </a:graphic>
      </p:graphicFrame>
      <p:pic>
        <p:nvPicPr>
          <p:cNvPr id="17" name="Picture 2" descr="Comida de perro - Iconos gratis de animales">
            <a:extLst>
              <a:ext uri="{FF2B5EF4-FFF2-40B4-BE49-F238E27FC236}">
                <a16:creationId xmlns:a16="http://schemas.microsoft.com/office/drawing/2014/main" id="{71524ADF-593B-BA8F-8C42-20E994ED69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897983" y="2066553"/>
            <a:ext cx="1435223" cy="143522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8" name="Picture 4" descr="lindo pez tropical - una imagen para colorear. peces ...">
            <a:extLst>
              <a:ext uri="{FF2B5EF4-FFF2-40B4-BE49-F238E27FC236}">
                <a16:creationId xmlns:a16="http://schemas.microsoft.com/office/drawing/2014/main" id="{10F55C4C-80A2-CB6C-7185-05B9596D9D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6" t="8253" r="1720" b="9685"/>
          <a:stretch>
            <a:fillRect/>
          </a:stretch>
        </p:blipFill>
        <p:spPr>
          <a:xfrm rot="2102595">
            <a:off x="1584574" y="4186405"/>
            <a:ext cx="1571387" cy="73029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9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5812861B-DA6C-3F4E-CD41-AFB0D78C50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90" t="14134" r="58961" b="5558"/>
          <a:stretch>
            <a:fillRect/>
          </a:stretch>
        </p:blipFill>
        <p:spPr>
          <a:xfrm rot="1665004">
            <a:off x="511058" y="3684950"/>
            <a:ext cx="730294" cy="1798167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20" name="Tabla 43">
            <a:extLst>
              <a:ext uri="{FF2B5EF4-FFF2-40B4-BE49-F238E27FC236}">
                <a16:creationId xmlns:a16="http://schemas.microsoft.com/office/drawing/2014/main" id="{3B2EF152-3E59-25C5-5B1A-9C71B5A7CFAD}"/>
              </a:ext>
            </a:extLst>
          </p:cNvPr>
          <p:cNvGraphicFramePr>
            <a:graphicFrameLocks noGrp="1"/>
          </p:cNvGraphicFramePr>
          <p:nvPr/>
        </p:nvGraphicFramePr>
        <p:xfrm>
          <a:off x="134435" y="3808146"/>
          <a:ext cx="4523994" cy="1551791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508001">
                  <a:extLst>
                    <a:ext uri="{9D8B030D-6E8A-4147-A177-3AD203B41FA5}">
                      <a16:colId xmlns:a16="http://schemas.microsoft.com/office/drawing/2014/main" val="1519259172"/>
                    </a:ext>
                  </a:extLst>
                </a:gridCol>
                <a:gridCol w="1508001">
                  <a:extLst>
                    <a:ext uri="{9D8B030D-6E8A-4147-A177-3AD203B41FA5}">
                      <a16:colId xmlns:a16="http://schemas.microsoft.com/office/drawing/2014/main" val="574733700"/>
                    </a:ext>
                  </a:extLst>
                </a:gridCol>
                <a:gridCol w="1508001">
                  <a:extLst>
                    <a:ext uri="{9D8B030D-6E8A-4147-A177-3AD203B41FA5}">
                      <a16:colId xmlns:a16="http://schemas.microsoft.com/office/drawing/2014/main" val="2848897090"/>
                    </a:ext>
                  </a:extLst>
                </a:gridCol>
              </a:tblGrid>
              <a:tr h="155179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6686026"/>
                  </a:ext>
                </a:extLst>
              </a:tr>
            </a:tbl>
          </a:graphicData>
        </a:graphic>
      </p:graphicFrame>
      <p:pic>
        <p:nvPicPr>
          <p:cNvPr id="21" name="Picture 2" descr="Comida de perro - Iconos gratis de animales">
            <a:extLst>
              <a:ext uri="{FF2B5EF4-FFF2-40B4-BE49-F238E27FC236}">
                <a16:creationId xmlns:a16="http://schemas.microsoft.com/office/drawing/2014/main" id="{8429E62E-735C-D062-7BAA-E47092D03A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223205" y="3866421"/>
            <a:ext cx="1435223" cy="143522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2" name="Picture 4" descr="lindo pez tropical - una imagen para colorear. peces ...">
            <a:extLst>
              <a:ext uri="{FF2B5EF4-FFF2-40B4-BE49-F238E27FC236}">
                <a16:creationId xmlns:a16="http://schemas.microsoft.com/office/drawing/2014/main" id="{04B1646D-C54D-4289-F293-149566B2C6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6" t="8253" r="1720" b="9685"/>
          <a:stretch>
            <a:fillRect/>
          </a:stretch>
        </p:blipFill>
        <p:spPr>
          <a:xfrm rot="2102595">
            <a:off x="6235194" y="4186405"/>
            <a:ext cx="1571387" cy="73029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3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E3D31211-947D-6E9C-031C-C1800AA139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90" t="14134" r="58961" b="5558"/>
          <a:stretch>
            <a:fillRect/>
          </a:stretch>
        </p:blipFill>
        <p:spPr>
          <a:xfrm rot="1665004">
            <a:off x="5161678" y="3684950"/>
            <a:ext cx="730294" cy="1798167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24" name="Tabla 47">
            <a:extLst>
              <a:ext uri="{FF2B5EF4-FFF2-40B4-BE49-F238E27FC236}">
                <a16:creationId xmlns:a16="http://schemas.microsoft.com/office/drawing/2014/main" id="{67581E73-D575-35F7-E2C5-605021438160}"/>
              </a:ext>
            </a:extLst>
          </p:cNvPr>
          <p:cNvGraphicFramePr>
            <a:graphicFrameLocks noGrp="1"/>
          </p:cNvGraphicFramePr>
          <p:nvPr/>
        </p:nvGraphicFramePr>
        <p:xfrm>
          <a:off x="4785055" y="3808146"/>
          <a:ext cx="4523994" cy="1551791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508001">
                  <a:extLst>
                    <a:ext uri="{9D8B030D-6E8A-4147-A177-3AD203B41FA5}">
                      <a16:colId xmlns:a16="http://schemas.microsoft.com/office/drawing/2014/main" val="654634300"/>
                    </a:ext>
                  </a:extLst>
                </a:gridCol>
                <a:gridCol w="1508001">
                  <a:extLst>
                    <a:ext uri="{9D8B030D-6E8A-4147-A177-3AD203B41FA5}">
                      <a16:colId xmlns:a16="http://schemas.microsoft.com/office/drawing/2014/main" val="1504349573"/>
                    </a:ext>
                  </a:extLst>
                </a:gridCol>
                <a:gridCol w="1508001">
                  <a:extLst>
                    <a:ext uri="{9D8B030D-6E8A-4147-A177-3AD203B41FA5}">
                      <a16:colId xmlns:a16="http://schemas.microsoft.com/office/drawing/2014/main" val="3372188596"/>
                    </a:ext>
                  </a:extLst>
                </a:gridCol>
              </a:tblGrid>
              <a:tr h="155179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D0D0D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4997982"/>
                  </a:ext>
                </a:extLst>
              </a:tr>
            </a:tbl>
          </a:graphicData>
        </a:graphic>
      </p:graphicFrame>
      <p:pic>
        <p:nvPicPr>
          <p:cNvPr id="25" name="Picture 2" descr="Comida de perro - Iconos gratis de animales">
            <a:extLst>
              <a:ext uri="{FF2B5EF4-FFF2-40B4-BE49-F238E27FC236}">
                <a16:creationId xmlns:a16="http://schemas.microsoft.com/office/drawing/2014/main" id="{51F51607-76DC-7221-FDA0-950F8BB4F1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873816" y="3866421"/>
            <a:ext cx="1435223" cy="1435223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F80E0B-2CC1-D3DD-6BA3-2274D031100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113FD6-205F-EA4C-51CD-E1B33F013762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B568F2A-6DA8-F270-EF64-108B5B3888D9}"/>
              </a:ext>
            </a:extLst>
          </p:cNvPr>
          <p:cNvSpPr/>
          <p:nvPr/>
        </p:nvSpPr>
        <p:spPr>
          <a:xfrm>
            <a:off x="289608" y="141302"/>
            <a:ext cx="2989703" cy="751801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57150" cap="flat">
            <a:solidFill>
              <a:srgbClr val="C04F1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Feliz viernes familia,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El día de hoy realizamos las siguientes actividades.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Nos activamos en el circuito motor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Realizamos una actividad de grafomotricidad potenciando nuestra precisión en los trazos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Potenciando nuestra coordinación óculo manual realizamos una actividad de insertado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Realizamos transvase con goteros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En una actividad de la vida diaria fortalecimos la pinza fina al abrir los fríjoles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Cantamos y bailamos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129B9F5-E39E-62C4-0C1C-92BC751181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1443892" y="257421"/>
            <a:ext cx="650211" cy="64105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5E456E0-EE1C-5F9E-C7BE-1B8B07171B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04" t="40145" r="19049" b="27625"/>
          <a:stretch>
            <a:fillRect/>
          </a:stretch>
        </p:blipFill>
        <p:spPr>
          <a:xfrm>
            <a:off x="1311203" y="6837645"/>
            <a:ext cx="946513" cy="64387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Rectángulo: esquinas redondeadas 14">
            <a:extLst>
              <a:ext uri="{FF2B5EF4-FFF2-40B4-BE49-F238E27FC236}">
                <a16:creationId xmlns:a16="http://schemas.microsoft.com/office/drawing/2014/main" id="{63D9E518-A994-4B47-971D-979C4E442289}"/>
              </a:ext>
            </a:extLst>
          </p:cNvPr>
          <p:cNvSpPr/>
          <p:nvPr/>
        </p:nvSpPr>
        <p:spPr>
          <a:xfrm>
            <a:off x="3398998" y="141302"/>
            <a:ext cx="2989703" cy="751801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57150" cap="flat">
            <a:solidFill>
              <a:srgbClr val="C04F1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Feliz viernes familia,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El día de hoy realizamos las siguientes actividades.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Nos activamos en el circuito motor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Realizamos una actividad de grafomotricidad potenciando nuestra precisión en los trazos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Potenciando nuestra coordinación óculo manual realizamos una actividad de insertado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Realizamos transvase con goteros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En una actividad de la vida diaria fortalecimos la pinza fina al abrir los fríjoles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Cantamos y bailamos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8" name="Imagen 15">
            <a:extLst>
              <a:ext uri="{FF2B5EF4-FFF2-40B4-BE49-F238E27FC236}">
                <a16:creationId xmlns:a16="http://schemas.microsoft.com/office/drawing/2014/main" id="{F130A1D6-5E21-F154-E018-457BAF3703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4553282" y="257421"/>
            <a:ext cx="650211" cy="64105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Imagen 16">
            <a:extLst>
              <a:ext uri="{FF2B5EF4-FFF2-40B4-BE49-F238E27FC236}">
                <a16:creationId xmlns:a16="http://schemas.microsoft.com/office/drawing/2014/main" id="{4D2AE5E7-C822-AC44-513E-A738BB58B5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04" t="40145" r="19049" b="27625"/>
          <a:stretch>
            <a:fillRect/>
          </a:stretch>
        </p:blipFill>
        <p:spPr>
          <a:xfrm>
            <a:off x="4420584" y="6837645"/>
            <a:ext cx="946513" cy="64387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0" name="Rectángulo: esquinas redondeadas 17">
            <a:extLst>
              <a:ext uri="{FF2B5EF4-FFF2-40B4-BE49-F238E27FC236}">
                <a16:creationId xmlns:a16="http://schemas.microsoft.com/office/drawing/2014/main" id="{23C2A69F-3A1E-A376-729A-D7202BF22302}"/>
              </a:ext>
            </a:extLst>
          </p:cNvPr>
          <p:cNvSpPr/>
          <p:nvPr/>
        </p:nvSpPr>
        <p:spPr>
          <a:xfrm>
            <a:off x="6508379" y="141302"/>
            <a:ext cx="2989703" cy="751801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57150" cap="flat">
            <a:solidFill>
              <a:srgbClr val="C04F1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Feliz viernes familia,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El día de hoy realizamos las siguientes actividades.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Nos activamos en el circuito motor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Realizamos una actividad de grafomotricidad potenciando nuestra precisión en los trazos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Potenciando nuestra coordinación óculo manual realizamos una actividad de insertado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Realizamos transvase con goteros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8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En una actividad de la vida diaria fortalecimos la pinza fina al abrir los fríjoles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75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Cantamos y bailamos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11" name="Imagen 18">
            <a:extLst>
              <a:ext uri="{FF2B5EF4-FFF2-40B4-BE49-F238E27FC236}">
                <a16:creationId xmlns:a16="http://schemas.microsoft.com/office/drawing/2014/main" id="{81EBD991-D0CB-36D5-939B-048A221CC3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7662672" y="257421"/>
            <a:ext cx="650211" cy="64105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Imagen 19">
            <a:extLst>
              <a:ext uri="{FF2B5EF4-FFF2-40B4-BE49-F238E27FC236}">
                <a16:creationId xmlns:a16="http://schemas.microsoft.com/office/drawing/2014/main" id="{F65114AB-377F-DD14-9422-ECAADE5D4A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04" t="40145" r="19049" b="27625"/>
          <a:stretch>
            <a:fillRect/>
          </a:stretch>
        </p:blipFill>
        <p:spPr>
          <a:xfrm>
            <a:off x="7529974" y="6837645"/>
            <a:ext cx="946513" cy="643874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7F661A28-6243-E3CD-9FBD-8594B3E664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0" t="21933" r="55042" b="11628"/>
          <a:stretch>
            <a:fillRect/>
          </a:stretch>
        </p:blipFill>
        <p:spPr>
          <a:xfrm>
            <a:off x="3642183" y="379439"/>
            <a:ext cx="1261012" cy="158996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546A920C-28F0-96B1-DCF7-F93D4B763F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0" t="21933" r="55042" b="11628"/>
          <a:stretch>
            <a:fillRect/>
          </a:stretch>
        </p:blipFill>
        <p:spPr>
          <a:xfrm>
            <a:off x="310301" y="379439"/>
            <a:ext cx="1261012" cy="158996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23928C80-E48E-8EF1-F51A-C7DB9922D0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843" t="16671" r="4621" b="8211"/>
          <a:stretch>
            <a:fillRect/>
          </a:stretch>
        </p:blipFill>
        <p:spPr>
          <a:xfrm>
            <a:off x="1858152" y="2130058"/>
            <a:ext cx="1503346" cy="1043138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FD8F4866-C7F0-9BBE-73E7-EE08F7264FD9}"/>
              </a:ext>
            </a:extLst>
          </p:cNvPr>
          <p:cNvGraphicFramePr>
            <a:graphicFrameLocks noGrp="1"/>
          </p:cNvGraphicFramePr>
          <p:nvPr/>
        </p:nvGraphicFramePr>
        <p:xfrm>
          <a:off x="213283" y="307677"/>
          <a:ext cx="6296430" cy="3289618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574103">
                  <a:extLst>
                    <a:ext uri="{9D8B030D-6E8A-4147-A177-3AD203B41FA5}">
                      <a16:colId xmlns:a16="http://schemas.microsoft.com/office/drawing/2014/main" val="1573690009"/>
                    </a:ext>
                  </a:extLst>
                </a:gridCol>
                <a:gridCol w="1574103">
                  <a:extLst>
                    <a:ext uri="{9D8B030D-6E8A-4147-A177-3AD203B41FA5}">
                      <a16:colId xmlns:a16="http://schemas.microsoft.com/office/drawing/2014/main" val="1016849831"/>
                    </a:ext>
                  </a:extLst>
                </a:gridCol>
                <a:gridCol w="1574103">
                  <a:extLst>
                    <a:ext uri="{9D8B030D-6E8A-4147-A177-3AD203B41FA5}">
                      <a16:colId xmlns:a16="http://schemas.microsoft.com/office/drawing/2014/main" val="1071640410"/>
                    </a:ext>
                  </a:extLst>
                </a:gridCol>
                <a:gridCol w="1574103">
                  <a:extLst>
                    <a:ext uri="{9D8B030D-6E8A-4147-A177-3AD203B41FA5}">
                      <a16:colId xmlns:a16="http://schemas.microsoft.com/office/drawing/2014/main" val="3724829741"/>
                    </a:ext>
                  </a:extLst>
                </a:gridCol>
              </a:tblGrid>
              <a:tr h="1644804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4815884"/>
                  </a:ext>
                </a:extLst>
              </a:tr>
              <a:tr h="1644804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8965463"/>
                  </a:ext>
                </a:extLst>
              </a:tr>
            </a:tbl>
          </a:graphicData>
        </a:graphic>
      </p:graphicFrame>
      <p:pic>
        <p:nvPicPr>
          <p:cNvPr id="6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D620D4CC-0F2B-A806-2BD4-8D323B8CE7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843" t="16671" r="4621" b="8211"/>
          <a:stretch>
            <a:fillRect/>
          </a:stretch>
        </p:blipFill>
        <p:spPr>
          <a:xfrm>
            <a:off x="5006367" y="2222485"/>
            <a:ext cx="1503346" cy="104313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E537F13D-F315-A866-6E7E-2153B79101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990" t="14134" r="58961" b="5558"/>
          <a:stretch>
            <a:fillRect/>
          </a:stretch>
        </p:blipFill>
        <p:spPr>
          <a:xfrm>
            <a:off x="2125184" y="307677"/>
            <a:ext cx="647715" cy="159485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34300991-4DA3-0123-D4F7-DA2273F0A11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260" t="27917" r="53056" b="11479"/>
          <a:stretch>
            <a:fillRect/>
          </a:stretch>
        </p:blipFill>
        <p:spPr>
          <a:xfrm>
            <a:off x="310301" y="2041178"/>
            <a:ext cx="1388205" cy="146212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EBA2FF21-080C-1A6A-C53C-F6FB55030D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990" t="14134" r="58961" b="5558"/>
          <a:stretch>
            <a:fillRect/>
          </a:stretch>
        </p:blipFill>
        <p:spPr>
          <a:xfrm>
            <a:off x="5457066" y="307677"/>
            <a:ext cx="647715" cy="159485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D4339D62-3D49-681D-DD0E-5055ACADA7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260" t="27917" r="53056" b="11479"/>
          <a:stretch>
            <a:fillRect/>
          </a:stretch>
        </p:blipFill>
        <p:spPr>
          <a:xfrm>
            <a:off x="3489825" y="2041178"/>
            <a:ext cx="1388205" cy="146212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AFBC83C0-7BB4-0E25-A3B7-4DFE8C2474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0" t="21933" r="55042" b="11628"/>
          <a:stretch>
            <a:fillRect/>
          </a:stretch>
        </p:blipFill>
        <p:spPr>
          <a:xfrm>
            <a:off x="3642183" y="3896587"/>
            <a:ext cx="1261012" cy="158996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3D734CC2-1F4B-8FE7-5EA5-7450CEF3C1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0" t="21933" r="55042" b="11628"/>
          <a:stretch>
            <a:fillRect/>
          </a:stretch>
        </p:blipFill>
        <p:spPr>
          <a:xfrm>
            <a:off x="310301" y="3896587"/>
            <a:ext cx="1261012" cy="158996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8681262E-AF95-04BD-005B-967AB66B5D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843" t="16671" r="4621" b="8211"/>
          <a:stretch>
            <a:fillRect/>
          </a:stretch>
        </p:blipFill>
        <p:spPr>
          <a:xfrm>
            <a:off x="1858152" y="5647206"/>
            <a:ext cx="1503346" cy="1043138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14" name="Tabla 15">
            <a:extLst>
              <a:ext uri="{FF2B5EF4-FFF2-40B4-BE49-F238E27FC236}">
                <a16:creationId xmlns:a16="http://schemas.microsoft.com/office/drawing/2014/main" id="{B64135F2-04C4-14A7-AB66-3AA4E77898F0}"/>
              </a:ext>
            </a:extLst>
          </p:cNvPr>
          <p:cNvGraphicFramePr>
            <a:graphicFrameLocks noGrp="1"/>
          </p:cNvGraphicFramePr>
          <p:nvPr/>
        </p:nvGraphicFramePr>
        <p:xfrm>
          <a:off x="213283" y="3824825"/>
          <a:ext cx="6296430" cy="3289618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574103">
                  <a:extLst>
                    <a:ext uri="{9D8B030D-6E8A-4147-A177-3AD203B41FA5}">
                      <a16:colId xmlns:a16="http://schemas.microsoft.com/office/drawing/2014/main" val="1450649030"/>
                    </a:ext>
                  </a:extLst>
                </a:gridCol>
                <a:gridCol w="1574103">
                  <a:extLst>
                    <a:ext uri="{9D8B030D-6E8A-4147-A177-3AD203B41FA5}">
                      <a16:colId xmlns:a16="http://schemas.microsoft.com/office/drawing/2014/main" val="3228214985"/>
                    </a:ext>
                  </a:extLst>
                </a:gridCol>
                <a:gridCol w="1574103">
                  <a:extLst>
                    <a:ext uri="{9D8B030D-6E8A-4147-A177-3AD203B41FA5}">
                      <a16:colId xmlns:a16="http://schemas.microsoft.com/office/drawing/2014/main" val="273231162"/>
                    </a:ext>
                  </a:extLst>
                </a:gridCol>
                <a:gridCol w="1574103">
                  <a:extLst>
                    <a:ext uri="{9D8B030D-6E8A-4147-A177-3AD203B41FA5}">
                      <a16:colId xmlns:a16="http://schemas.microsoft.com/office/drawing/2014/main" val="2625059205"/>
                    </a:ext>
                  </a:extLst>
                </a:gridCol>
              </a:tblGrid>
              <a:tr h="1644804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1353843"/>
                  </a:ext>
                </a:extLst>
              </a:tr>
              <a:tr h="1644804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939081"/>
                  </a:ext>
                </a:extLst>
              </a:tr>
            </a:tbl>
          </a:graphicData>
        </a:graphic>
      </p:graphicFrame>
      <p:pic>
        <p:nvPicPr>
          <p:cNvPr id="15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0568E776-AC1D-0BC1-1A96-ACC5DCF08B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843" t="16671" r="4621" b="8211"/>
          <a:stretch>
            <a:fillRect/>
          </a:stretch>
        </p:blipFill>
        <p:spPr>
          <a:xfrm>
            <a:off x="5006367" y="5739633"/>
            <a:ext cx="1503346" cy="104313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6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76027E23-D5EF-204F-7705-294A5C56EC9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990" t="14134" r="58961" b="5558"/>
          <a:stretch>
            <a:fillRect/>
          </a:stretch>
        </p:blipFill>
        <p:spPr>
          <a:xfrm>
            <a:off x="2125184" y="3824825"/>
            <a:ext cx="647715" cy="159485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7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B23A0148-547F-F8E1-6225-D85F341A21D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260" t="27917" r="53056" b="11479"/>
          <a:stretch>
            <a:fillRect/>
          </a:stretch>
        </p:blipFill>
        <p:spPr>
          <a:xfrm>
            <a:off x="310301" y="5558326"/>
            <a:ext cx="1388205" cy="146212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8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47AF2B41-8AD4-0555-1413-A96A9529DA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990" t="14134" r="58961" b="5558"/>
          <a:stretch>
            <a:fillRect/>
          </a:stretch>
        </p:blipFill>
        <p:spPr>
          <a:xfrm>
            <a:off x="5457066" y="3824825"/>
            <a:ext cx="647715" cy="159485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9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2A700F10-9DD8-8DAD-3133-BD4DD087BC5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260" t="27917" r="53056" b="11479"/>
          <a:stretch>
            <a:fillRect/>
          </a:stretch>
        </p:blipFill>
        <p:spPr>
          <a:xfrm>
            <a:off x="3489825" y="5558326"/>
            <a:ext cx="1388205" cy="1462125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E2D96-1EE5-66B4-2A16-4E3C9FDF664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FAAA82-EA6A-9AE0-0F33-7E9CA82E786D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4">
            <a:extLst>
              <a:ext uri="{FF2B5EF4-FFF2-40B4-BE49-F238E27FC236}">
                <a16:creationId xmlns:a16="http://schemas.microsoft.com/office/drawing/2014/main" id="{4733E380-19D9-8C5D-FCE1-BB8D84CC18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597"/>
          <a:stretch>
            <a:fillRect/>
          </a:stretch>
        </p:blipFill>
        <p:spPr>
          <a:xfrm>
            <a:off x="0" y="0"/>
            <a:ext cx="4747363" cy="770086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Imagen 5">
            <a:extLst>
              <a:ext uri="{FF2B5EF4-FFF2-40B4-BE49-F238E27FC236}">
                <a16:creationId xmlns:a16="http://schemas.microsoft.com/office/drawing/2014/main" id="{C74900EF-9F13-0742-5DC7-19F7CB4F6C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597"/>
          <a:stretch>
            <a:fillRect/>
          </a:stretch>
        </p:blipFill>
        <p:spPr>
          <a:xfrm>
            <a:off x="4747363" y="0"/>
            <a:ext cx="4747363" cy="770086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3">
            <a:extLst>
              <a:ext uri="{FF2B5EF4-FFF2-40B4-BE49-F238E27FC236}">
                <a16:creationId xmlns:a16="http://schemas.microsoft.com/office/drawing/2014/main" id="{7EC1C217-E7BC-9BB8-6346-B23E1C5A9122}"/>
              </a:ext>
            </a:extLst>
          </p:cNvPr>
          <p:cNvSpPr txBox="1"/>
          <p:nvPr/>
        </p:nvSpPr>
        <p:spPr>
          <a:xfrm>
            <a:off x="360611" y="218943"/>
            <a:ext cx="3631841" cy="1200332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E97132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tu nombre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Reconoce y colorea los animales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los diferentes alimentos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luego con una línea correlaciona el animal con su alimento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Recorta y pega formando el caballito</a:t>
            </a:r>
          </a:p>
        </p:txBody>
      </p:sp>
      <p:sp>
        <p:nvSpPr>
          <p:cNvPr id="3" name="CuadroTexto 4">
            <a:extLst>
              <a:ext uri="{FF2B5EF4-FFF2-40B4-BE49-F238E27FC236}">
                <a16:creationId xmlns:a16="http://schemas.microsoft.com/office/drawing/2014/main" id="{0ECB64BE-7929-CAC7-33C1-BCD04D28375A}"/>
              </a:ext>
            </a:extLst>
          </p:cNvPr>
          <p:cNvSpPr txBox="1"/>
          <p:nvPr/>
        </p:nvSpPr>
        <p:spPr>
          <a:xfrm>
            <a:off x="360611" y="1517556"/>
            <a:ext cx="3631841" cy="1200332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E97132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tu nombre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Reconoce y colorea los animales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los diferentes alimentos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luego con una línea correlaciona el animal con su alimento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Recorta y pega formando el caballito</a:t>
            </a:r>
          </a:p>
        </p:txBody>
      </p:sp>
      <p:sp>
        <p:nvSpPr>
          <p:cNvPr id="4" name="CuadroTexto 7">
            <a:extLst>
              <a:ext uri="{FF2B5EF4-FFF2-40B4-BE49-F238E27FC236}">
                <a16:creationId xmlns:a16="http://schemas.microsoft.com/office/drawing/2014/main" id="{23AC723B-5D1F-0906-4C17-B7202FF3DE9E}"/>
              </a:ext>
            </a:extLst>
          </p:cNvPr>
          <p:cNvSpPr txBox="1"/>
          <p:nvPr/>
        </p:nvSpPr>
        <p:spPr>
          <a:xfrm>
            <a:off x="360611" y="2816178"/>
            <a:ext cx="3631841" cy="1200332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E97132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tu nombre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Reconoce y colorea los animales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los diferentes alimentos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luego con una línea correlaciona el animal con su alimento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Recorta y pega formando el caballito</a:t>
            </a:r>
          </a:p>
        </p:txBody>
      </p:sp>
      <p:sp>
        <p:nvSpPr>
          <p:cNvPr id="5" name="CuadroTexto 8">
            <a:extLst>
              <a:ext uri="{FF2B5EF4-FFF2-40B4-BE49-F238E27FC236}">
                <a16:creationId xmlns:a16="http://schemas.microsoft.com/office/drawing/2014/main" id="{FA6D0DE5-49DC-8CDD-19B0-331356C522F0}"/>
              </a:ext>
            </a:extLst>
          </p:cNvPr>
          <p:cNvSpPr txBox="1"/>
          <p:nvPr/>
        </p:nvSpPr>
        <p:spPr>
          <a:xfrm>
            <a:off x="360611" y="4114800"/>
            <a:ext cx="3631841" cy="1200332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E97132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tu nombre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Reconoce y colorea los animales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los diferentes alimentos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luego con una línea correlaciona el animal con su alimento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Recorta y pega formando el caballito</a:t>
            </a:r>
          </a:p>
        </p:txBody>
      </p:sp>
      <p:sp>
        <p:nvSpPr>
          <p:cNvPr id="6" name="CuadroTexto 9">
            <a:extLst>
              <a:ext uri="{FF2B5EF4-FFF2-40B4-BE49-F238E27FC236}">
                <a16:creationId xmlns:a16="http://schemas.microsoft.com/office/drawing/2014/main" id="{2FFAD46E-F8D5-5019-9A00-54C9EE7DF430}"/>
              </a:ext>
            </a:extLst>
          </p:cNvPr>
          <p:cNvSpPr txBox="1"/>
          <p:nvPr/>
        </p:nvSpPr>
        <p:spPr>
          <a:xfrm>
            <a:off x="360611" y="5413412"/>
            <a:ext cx="3631841" cy="1200332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E97132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tu nombre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Reconoce y colorea los animales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los diferentes alimentos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luego con una línea correlaciona el animal con su alimento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Recorta y pega formando el caballito</a:t>
            </a: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0B5AA1CA-2479-9C42-E73C-F43270EB3DCD}"/>
              </a:ext>
            </a:extLst>
          </p:cNvPr>
          <p:cNvSpPr txBox="1"/>
          <p:nvPr/>
        </p:nvSpPr>
        <p:spPr>
          <a:xfrm>
            <a:off x="4121237" y="218943"/>
            <a:ext cx="3631841" cy="1200332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E97132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tu nombre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Reconoce y colorea los animales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los diferentes alimentos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luego con una línea correlaciona el animal con su alimento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Recorta y pega formando el caballito</a:t>
            </a:r>
          </a:p>
        </p:txBody>
      </p:sp>
      <p:sp>
        <p:nvSpPr>
          <p:cNvPr id="8" name="CuadroTexto 11">
            <a:extLst>
              <a:ext uri="{FF2B5EF4-FFF2-40B4-BE49-F238E27FC236}">
                <a16:creationId xmlns:a16="http://schemas.microsoft.com/office/drawing/2014/main" id="{337268DB-FA50-3A55-EBE5-57A0CDAD20D9}"/>
              </a:ext>
            </a:extLst>
          </p:cNvPr>
          <p:cNvSpPr txBox="1"/>
          <p:nvPr/>
        </p:nvSpPr>
        <p:spPr>
          <a:xfrm>
            <a:off x="4121237" y="1517556"/>
            <a:ext cx="3631841" cy="1200332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E97132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tu nombre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Reconoce y colorea los animales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Identifica los diferentes alimentos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luego con una línea correlaciona el animal con su alimento</a:t>
            </a:r>
          </a:p>
          <a:p>
            <a:pPr marL="342900" marR="0" lvl="0" indent="-34290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MX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Recorta y pega formando el caballito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4">
            <a:extLst>
              <a:ext uri="{FF2B5EF4-FFF2-40B4-BE49-F238E27FC236}">
                <a16:creationId xmlns:a16="http://schemas.microsoft.com/office/drawing/2014/main" id="{007D4ECE-2882-B682-7B6B-648DAD082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59" y="154807"/>
            <a:ext cx="4552742" cy="120863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n 6">
            <a:extLst>
              <a:ext uri="{FF2B5EF4-FFF2-40B4-BE49-F238E27FC236}">
                <a16:creationId xmlns:a16="http://schemas.microsoft.com/office/drawing/2014/main" id="{09340DA2-C9AF-7409-C116-FF12179DC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59" y="1363452"/>
            <a:ext cx="4552742" cy="112269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Imagen 8">
            <a:extLst>
              <a:ext uri="{FF2B5EF4-FFF2-40B4-BE49-F238E27FC236}">
                <a16:creationId xmlns:a16="http://schemas.microsoft.com/office/drawing/2014/main" id="{7C789D19-2D23-62E3-FAAD-E4158A6960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59" y="2789733"/>
            <a:ext cx="5565029" cy="135882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Imagen 10">
            <a:extLst>
              <a:ext uri="{FF2B5EF4-FFF2-40B4-BE49-F238E27FC236}">
                <a16:creationId xmlns:a16="http://schemas.microsoft.com/office/drawing/2014/main" id="{354FD5ED-B5B9-2061-4FD3-3E9EE70DE9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012314"/>
            <a:ext cx="9756776" cy="131087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Imagen 11">
            <a:extLst>
              <a:ext uri="{FF2B5EF4-FFF2-40B4-BE49-F238E27FC236}">
                <a16:creationId xmlns:a16="http://schemas.microsoft.com/office/drawing/2014/main" id="{48A104BE-EDAF-4C30-1143-58122F58C29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815"/>
          <a:stretch>
            <a:fillRect/>
          </a:stretch>
        </p:blipFill>
        <p:spPr>
          <a:xfrm>
            <a:off x="216959" y="5486555"/>
            <a:ext cx="6457520" cy="131087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Imagen 13">
            <a:extLst>
              <a:ext uri="{FF2B5EF4-FFF2-40B4-BE49-F238E27FC236}">
                <a16:creationId xmlns:a16="http://schemas.microsoft.com/office/drawing/2014/main" id="{7F029A9F-4276-BB47-1FF5-D0DEC52B2B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9413" y="260786"/>
            <a:ext cx="3763432" cy="99668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Imagen 15">
            <a:extLst>
              <a:ext uri="{FF2B5EF4-FFF2-40B4-BE49-F238E27FC236}">
                <a16:creationId xmlns:a16="http://schemas.microsoft.com/office/drawing/2014/main" id="{025887B9-4F6E-028A-7AE9-5930C67158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8388" y="1610596"/>
            <a:ext cx="4602092" cy="91493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Imagen 17">
            <a:extLst>
              <a:ext uri="{FF2B5EF4-FFF2-40B4-BE49-F238E27FC236}">
                <a16:creationId xmlns:a16="http://schemas.microsoft.com/office/drawing/2014/main" id="{2D4EC53D-7EC2-CB58-10E0-F58E03A172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8948" y="2878668"/>
            <a:ext cx="4445721" cy="1113007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D1ED92-17DA-598B-D2B7-54BCAC99975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B27B2E-EFDC-47B2-E7CC-F8910ACE6988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Picture 4" descr="Premium Vector | Cut and glue game for kids with cute horse. cutting  practice for preschoolers.">
            <a:extLst>
              <a:ext uri="{FF2B5EF4-FFF2-40B4-BE49-F238E27FC236}">
                <a16:creationId xmlns:a16="http://schemas.microsoft.com/office/drawing/2014/main" id="{F2897D64-8FC3-C7E2-4503-C3E6357ACB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53" t="55592" r="13623" b="2912"/>
          <a:stretch>
            <a:fillRect/>
          </a:stretch>
        </p:blipFill>
        <p:spPr>
          <a:xfrm rot="5400013">
            <a:off x="-1919546" y="2330138"/>
            <a:ext cx="7322314" cy="311528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4" descr="Premium Vector | Cut and glue game for kids with cute horse. cutting  practice for preschoolers.">
            <a:extLst>
              <a:ext uri="{FF2B5EF4-FFF2-40B4-BE49-F238E27FC236}">
                <a16:creationId xmlns:a16="http://schemas.microsoft.com/office/drawing/2014/main" id="{3A3E0A5C-5352-8806-9C4C-4C47B6EC76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53" t="55592" r="13623" b="2912"/>
          <a:stretch>
            <a:fillRect/>
          </a:stretch>
        </p:blipFill>
        <p:spPr>
          <a:xfrm rot="5400013">
            <a:off x="1238719" y="2330138"/>
            <a:ext cx="7322314" cy="311528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Picture 4" descr="Premium Vector | Cut and glue game for kids with cute horse. cutting  practice for preschoolers.">
            <a:extLst>
              <a:ext uri="{FF2B5EF4-FFF2-40B4-BE49-F238E27FC236}">
                <a16:creationId xmlns:a16="http://schemas.microsoft.com/office/drawing/2014/main" id="{6E04A01A-D7EA-030B-D017-C9FCA06834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53" t="55592" r="13623" b="2912"/>
          <a:stretch>
            <a:fillRect/>
          </a:stretch>
        </p:blipFill>
        <p:spPr>
          <a:xfrm rot="5400013">
            <a:off x="4396983" y="2330138"/>
            <a:ext cx="7322314" cy="3115287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F281C-5E5B-3880-40B2-10BA7DE652F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539FAC-6345-172E-3EB3-A3A062CB054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2F77FD3-6BCD-E40D-04D7-EA2AA1B92E4F}"/>
              </a:ext>
            </a:extLst>
          </p:cNvPr>
          <p:cNvSpPr/>
          <p:nvPr/>
        </p:nvSpPr>
        <p:spPr>
          <a:xfrm>
            <a:off x="289608" y="141302"/>
            <a:ext cx="2989703" cy="751801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w="57150" cap="flat">
            <a:solidFill>
              <a:srgbClr val="C04F15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9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Feliz viernes familia,</a:t>
            </a: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9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El día de hoy realizamos las siguientes actividades: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9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Cantamos y bailamos identificando lateralidades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9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Nos divertimos en diferentes actividades sensoriales para así construir un salpicón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9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Disfrutamos de una lectura en voz alta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9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Realizamos una actividad de correlación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9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Realizando el circuito motor clasificando elementos por color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CO" sz="19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Tuvimos un espacio de juego libre</a:t>
            </a: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8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20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65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285750" marR="0" lvl="0" indent="-28575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7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5EE2145-4ADF-6DCB-91AE-CFD0DB4626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1443892" y="257421"/>
            <a:ext cx="650211" cy="64105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43C6409-40FC-49F6-C1D5-3F3CDDED62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04" t="40145" r="19049" b="27625"/>
          <a:stretch>
            <a:fillRect/>
          </a:stretch>
        </p:blipFill>
        <p:spPr>
          <a:xfrm>
            <a:off x="1311203" y="6837645"/>
            <a:ext cx="946513" cy="643874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FACEA4-6300-4D45-AB9B-2C001FA7CFD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6683E1-63DA-F8B5-6EBB-6A4E51F56529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91CBC34-9550-A8D8-A5DF-095BF92BC9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3" t="3878" b="48061"/>
          <a:stretch>
            <a:fillRect/>
          </a:stretch>
        </p:blipFill>
        <p:spPr>
          <a:xfrm>
            <a:off x="-28364" y="86502"/>
            <a:ext cx="9785140" cy="289147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Imagen 5">
            <a:extLst>
              <a:ext uri="{FF2B5EF4-FFF2-40B4-BE49-F238E27FC236}">
                <a16:creationId xmlns:a16="http://schemas.microsoft.com/office/drawing/2014/main" id="{EA3B53AE-46CE-0225-E1E6-74BE3C1BD7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3" t="52533" r="-1524" b="-594"/>
          <a:stretch>
            <a:fillRect/>
          </a:stretch>
        </p:blipFill>
        <p:spPr>
          <a:xfrm>
            <a:off x="-28364" y="2977981"/>
            <a:ext cx="9937543" cy="2891479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0E880809-BDC0-5A02-26AD-6471CC1107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290" t="31788" r="51099" b="13207"/>
          <a:stretch>
            <a:fillRect/>
          </a:stretch>
        </p:blipFill>
        <p:spPr>
          <a:xfrm rot="5400013">
            <a:off x="5385843" y="346877"/>
            <a:ext cx="1441487" cy="125668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Rectángulo 4">
            <a:extLst>
              <a:ext uri="{FF2B5EF4-FFF2-40B4-BE49-F238E27FC236}">
                <a16:creationId xmlns:a16="http://schemas.microsoft.com/office/drawing/2014/main" id="{733B1E95-3EBC-3FE8-7F0C-492271F50472}"/>
              </a:ext>
            </a:extLst>
          </p:cNvPr>
          <p:cNvSpPr/>
          <p:nvPr/>
        </p:nvSpPr>
        <p:spPr>
          <a:xfrm rot="5400013">
            <a:off x="7246112" y="135381"/>
            <a:ext cx="1423985" cy="1630375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7030A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Rectángulo 5">
            <a:extLst>
              <a:ext uri="{FF2B5EF4-FFF2-40B4-BE49-F238E27FC236}">
                <a16:creationId xmlns:a16="http://schemas.microsoft.com/office/drawing/2014/main" id="{76FF864B-E426-5125-C0D2-9F5F8D396D7E}"/>
              </a:ext>
            </a:extLst>
          </p:cNvPr>
          <p:cNvSpPr/>
          <p:nvPr/>
        </p:nvSpPr>
        <p:spPr>
          <a:xfrm rot="5400013">
            <a:off x="5427037" y="150317"/>
            <a:ext cx="1408084" cy="1616421"/>
          </a:xfrm>
          <a:prstGeom prst="rect">
            <a:avLst/>
          </a:prstGeom>
          <a:noFill/>
          <a:ln w="38103" cap="flat">
            <a:solidFill>
              <a:srgbClr val="00B0F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Rectángulo 6">
            <a:extLst>
              <a:ext uri="{FF2B5EF4-FFF2-40B4-BE49-F238E27FC236}">
                <a16:creationId xmlns:a16="http://schemas.microsoft.com/office/drawing/2014/main" id="{38060F9B-7209-0945-A7C8-50D2BD10F9CF}"/>
              </a:ext>
            </a:extLst>
          </p:cNvPr>
          <p:cNvSpPr/>
          <p:nvPr/>
        </p:nvSpPr>
        <p:spPr>
          <a:xfrm rot="5400013">
            <a:off x="3635673" y="107651"/>
            <a:ext cx="1336724" cy="1630375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FF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Rectángulo 7">
            <a:extLst>
              <a:ext uri="{FF2B5EF4-FFF2-40B4-BE49-F238E27FC236}">
                <a16:creationId xmlns:a16="http://schemas.microsoft.com/office/drawing/2014/main" id="{158416AA-DD09-A6CB-D717-97A2A286D3CB}"/>
              </a:ext>
            </a:extLst>
          </p:cNvPr>
          <p:cNvSpPr/>
          <p:nvPr/>
        </p:nvSpPr>
        <p:spPr>
          <a:xfrm rot="5400013">
            <a:off x="7483495" y="6204771"/>
            <a:ext cx="1245778" cy="1544878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B0F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7" name="Picture 2" descr="Página para colorear de estanque » Descarga gratuita » Artus Art">
            <a:extLst>
              <a:ext uri="{FF2B5EF4-FFF2-40B4-BE49-F238E27FC236}">
                <a16:creationId xmlns:a16="http://schemas.microsoft.com/office/drawing/2014/main" id="{B25BEF3D-C393-20C0-6C9E-42DA832172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5400013">
            <a:off x="7520071" y="6283766"/>
            <a:ext cx="1119563" cy="13868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Rectángulo 13">
            <a:extLst>
              <a:ext uri="{FF2B5EF4-FFF2-40B4-BE49-F238E27FC236}">
                <a16:creationId xmlns:a16="http://schemas.microsoft.com/office/drawing/2014/main" id="{027B79DE-C912-6F29-2FA1-CA36A7861C3C}"/>
              </a:ext>
            </a:extLst>
          </p:cNvPr>
          <p:cNvSpPr/>
          <p:nvPr/>
        </p:nvSpPr>
        <p:spPr>
          <a:xfrm rot="5400013">
            <a:off x="5800349" y="6194429"/>
            <a:ext cx="1245778" cy="1439357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FF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Rectángulo 14">
            <a:extLst>
              <a:ext uri="{FF2B5EF4-FFF2-40B4-BE49-F238E27FC236}">
                <a16:creationId xmlns:a16="http://schemas.microsoft.com/office/drawing/2014/main" id="{CF39A520-716A-8122-29F4-6DFAA0708B3D}"/>
              </a:ext>
            </a:extLst>
          </p:cNvPr>
          <p:cNvSpPr/>
          <p:nvPr/>
        </p:nvSpPr>
        <p:spPr>
          <a:xfrm rot="5400013">
            <a:off x="4093796" y="6227402"/>
            <a:ext cx="1245778" cy="1470592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7030A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10" name="Picture 4" descr="Granja Para Colorear">
            <a:extLst>
              <a:ext uri="{FF2B5EF4-FFF2-40B4-BE49-F238E27FC236}">
                <a16:creationId xmlns:a16="http://schemas.microsoft.com/office/drawing/2014/main" id="{BF480134-C52F-B9D2-2E02-DE50C7D0656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 rot="5400013">
            <a:off x="5958591" y="6540396"/>
            <a:ext cx="987359" cy="97403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12" descr="Premium Vector | Trace and color for kids horse vector">
            <a:extLst>
              <a:ext uri="{FF2B5EF4-FFF2-40B4-BE49-F238E27FC236}">
                <a16:creationId xmlns:a16="http://schemas.microsoft.com/office/drawing/2014/main" id="{7CA79124-D3A1-4384-832B-E62D291B730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870" t="30198" r="6944" b="5871"/>
          <a:stretch>
            <a:fillRect/>
          </a:stretch>
        </p:blipFill>
        <p:spPr>
          <a:xfrm rot="5400013">
            <a:off x="3845244" y="297372"/>
            <a:ext cx="1178725" cy="125288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Picture 6" descr="Dibujo de Casa de perro para colorear | Dibujos para colorear imprimir  gratis">
            <a:extLst>
              <a:ext uri="{FF2B5EF4-FFF2-40B4-BE49-F238E27FC236}">
                <a16:creationId xmlns:a16="http://schemas.microsoft.com/office/drawing/2014/main" id="{9E6EBA5F-B766-54D0-AB22-FCA057C6DA7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 rot="5400013">
            <a:off x="4171904" y="6458782"/>
            <a:ext cx="1089553" cy="103507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Picture 8" descr="Little puppy trace and color picture children Vector Image">
            <a:extLst>
              <a:ext uri="{FF2B5EF4-FFF2-40B4-BE49-F238E27FC236}">
                <a16:creationId xmlns:a16="http://schemas.microsoft.com/office/drawing/2014/main" id="{E2BD9380-B11D-8DBC-5E3A-6C9B38D523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977" t="31808" r="8751" b="28112"/>
          <a:stretch>
            <a:fillRect/>
          </a:stretch>
        </p:blipFill>
        <p:spPr>
          <a:xfrm rot="5400013">
            <a:off x="7127080" y="444637"/>
            <a:ext cx="1254081" cy="100724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Picture 10" descr="Premium Vector | Cut and glue game for kids cute turkey">
            <a:extLst>
              <a:ext uri="{FF2B5EF4-FFF2-40B4-BE49-F238E27FC236}">
                <a16:creationId xmlns:a16="http://schemas.microsoft.com/office/drawing/2014/main" id="{10F7C227-6CA1-97C9-D930-024C83045B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29" t="9285" r="13151" b="48890"/>
          <a:stretch>
            <a:fillRect/>
          </a:stretch>
        </p:blipFill>
        <p:spPr>
          <a:xfrm rot="5400013">
            <a:off x="-1234633" y="2152616"/>
            <a:ext cx="5818967" cy="341023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Imagen 17">
            <a:extLst>
              <a:ext uri="{FF2B5EF4-FFF2-40B4-BE49-F238E27FC236}">
                <a16:creationId xmlns:a16="http://schemas.microsoft.com/office/drawing/2014/main" id="{223064C5-E4D7-2736-25E3-8A0AF3F1E2D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5427" t="21568" r="45264" b="27626"/>
          <a:stretch>
            <a:fillRect/>
          </a:stretch>
        </p:blipFill>
        <p:spPr>
          <a:xfrm rot="5400013">
            <a:off x="8936905" y="167828"/>
            <a:ext cx="760378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6" name="Imagen 20">
            <a:extLst>
              <a:ext uri="{FF2B5EF4-FFF2-40B4-BE49-F238E27FC236}">
                <a16:creationId xmlns:a16="http://schemas.microsoft.com/office/drawing/2014/main" id="{BF52DD8A-0569-2C6D-1696-2C7144640ED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4364" t="37841" r="19049" b="27625"/>
          <a:stretch>
            <a:fillRect/>
          </a:stretch>
        </p:blipFill>
        <p:spPr>
          <a:xfrm rot="5400013">
            <a:off x="8816818" y="6717886"/>
            <a:ext cx="1014764" cy="74966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C2074C13-3254-C53E-3B4F-A8DBF104AD13}"/>
              </a:ext>
            </a:extLst>
          </p:cNvPr>
          <p:cNvSpPr txBox="1"/>
          <p:nvPr/>
        </p:nvSpPr>
        <p:spPr>
          <a:xfrm rot="5400000">
            <a:off x="7741908" y="3430926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Luciana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4" descr="Trace and color cute colorful Easter egg. Worksheet for children. 5360154  Vector Art at Vecteezy">
            <a:extLst>
              <a:ext uri="{FF2B5EF4-FFF2-40B4-BE49-F238E27FC236}">
                <a16:creationId xmlns:a16="http://schemas.microsoft.com/office/drawing/2014/main" id="{94701411-0A8C-6F1A-A9C1-42A097880D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406" t="22205" r="54716" b="14471"/>
          <a:stretch>
            <a:fillRect/>
          </a:stretch>
        </p:blipFill>
        <p:spPr>
          <a:xfrm>
            <a:off x="94960" y="967206"/>
            <a:ext cx="5151574" cy="680836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9838F701-5E60-CCB1-8C7F-18B2D74E1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174" t="21083" r="7568" b="12478"/>
          <a:stretch>
            <a:fillRect/>
          </a:stretch>
        </p:blipFill>
        <p:spPr>
          <a:xfrm>
            <a:off x="5297914" y="603997"/>
            <a:ext cx="1168584" cy="147342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40453EB6-C1FD-142D-FD3B-EFCF3FC3920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309" t="28700" r="6007" b="10696"/>
          <a:stretch>
            <a:fillRect/>
          </a:stretch>
        </p:blipFill>
        <p:spPr>
          <a:xfrm>
            <a:off x="8195355" y="769522"/>
            <a:ext cx="1154814" cy="121631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Rectángulo 6">
            <a:extLst>
              <a:ext uri="{FF2B5EF4-FFF2-40B4-BE49-F238E27FC236}">
                <a16:creationId xmlns:a16="http://schemas.microsoft.com/office/drawing/2014/main" id="{CDF4FE41-C586-7AE9-F0DF-D2150E9CCCE3}"/>
              </a:ext>
            </a:extLst>
          </p:cNvPr>
          <p:cNvSpPr/>
          <p:nvPr/>
        </p:nvSpPr>
        <p:spPr>
          <a:xfrm>
            <a:off x="5328812" y="605479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ángulo 7">
            <a:extLst>
              <a:ext uri="{FF2B5EF4-FFF2-40B4-BE49-F238E27FC236}">
                <a16:creationId xmlns:a16="http://schemas.microsoft.com/office/drawing/2014/main" id="{4D995A05-0488-CC71-6703-5A5D496FCAA3}"/>
              </a:ext>
            </a:extLst>
          </p:cNvPr>
          <p:cNvSpPr/>
          <p:nvPr/>
        </p:nvSpPr>
        <p:spPr>
          <a:xfrm>
            <a:off x="8100843" y="642457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Rectángulo 8">
            <a:extLst>
              <a:ext uri="{FF2B5EF4-FFF2-40B4-BE49-F238E27FC236}">
                <a16:creationId xmlns:a16="http://schemas.microsoft.com/office/drawing/2014/main" id="{3D2764F9-A633-0D6C-A76B-8226BE9FA7F3}"/>
              </a:ext>
            </a:extLst>
          </p:cNvPr>
          <p:cNvSpPr/>
          <p:nvPr/>
        </p:nvSpPr>
        <p:spPr>
          <a:xfrm>
            <a:off x="5328812" y="6153409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8" name="Rectángulo 9">
            <a:extLst>
              <a:ext uri="{FF2B5EF4-FFF2-40B4-BE49-F238E27FC236}">
                <a16:creationId xmlns:a16="http://schemas.microsoft.com/office/drawing/2014/main" id="{50DD9EB0-CD1A-7044-FDA3-E008116B235D}"/>
              </a:ext>
            </a:extLst>
          </p:cNvPr>
          <p:cNvSpPr/>
          <p:nvPr/>
        </p:nvSpPr>
        <p:spPr>
          <a:xfrm>
            <a:off x="8100843" y="6190387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cxnSp>
        <p:nvCxnSpPr>
          <p:cNvPr id="9" name="Conector recto 11">
            <a:extLst>
              <a:ext uri="{FF2B5EF4-FFF2-40B4-BE49-F238E27FC236}">
                <a16:creationId xmlns:a16="http://schemas.microsoft.com/office/drawing/2014/main" id="{299F7BC6-0A6F-B45F-653C-8688340DC212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6000731" y="2075934"/>
            <a:ext cx="0" cy="4077475"/>
          </a:xfrm>
          <a:prstGeom prst="straightConnector1">
            <a:avLst/>
          </a:prstGeom>
          <a:noFill/>
          <a:ln w="38103" cap="flat">
            <a:solidFill>
              <a:srgbClr val="156082"/>
            </a:solidFill>
            <a:custDash>
              <a:ds d="299976" sp="299976"/>
            </a:custDash>
            <a:miter/>
          </a:ln>
        </p:spPr>
      </p:cxnSp>
      <p:cxnSp>
        <p:nvCxnSpPr>
          <p:cNvPr id="10" name="Conector recto 13">
            <a:extLst>
              <a:ext uri="{FF2B5EF4-FFF2-40B4-BE49-F238E27FC236}">
                <a16:creationId xmlns:a16="http://schemas.microsoft.com/office/drawing/2014/main" id="{6D6CC55D-4F90-AAAE-D887-2420199D45F9}"/>
              </a:ext>
            </a:extLst>
          </p:cNvPr>
          <p:cNvCxnSpPr/>
          <p:nvPr/>
        </p:nvCxnSpPr>
        <p:spPr>
          <a:xfrm>
            <a:off x="8846902" y="2112913"/>
            <a:ext cx="0" cy="4077474"/>
          </a:xfrm>
          <a:prstGeom prst="straightConnector1">
            <a:avLst/>
          </a:prstGeom>
          <a:noFill/>
          <a:ln w="38103" cap="flat">
            <a:solidFill>
              <a:srgbClr val="156082"/>
            </a:solidFill>
            <a:custDash>
              <a:ds d="299976" sp="299976"/>
            </a:custDash>
            <a:miter/>
          </a:ln>
        </p:spPr>
      </p:cxnSp>
      <p:pic>
        <p:nvPicPr>
          <p:cNvPr id="11" name="Imagen 14">
            <a:extLst>
              <a:ext uri="{FF2B5EF4-FFF2-40B4-BE49-F238E27FC236}">
                <a16:creationId xmlns:a16="http://schemas.microsoft.com/office/drawing/2014/main" id="{5E3C4FB0-A955-D791-C366-6D0E8F689F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427" t="21568" r="45264" b="27626"/>
          <a:stretch>
            <a:fillRect/>
          </a:stretch>
        </p:blipFill>
        <p:spPr>
          <a:xfrm>
            <a:off x="15197" y="19860"/>
            <a:ext cx="760378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Imagen 15">
            <a:extLst>
              <a:ext uri="{FF2B5EF4-FFF2-40B4-BE49-F238E27FC236}">
                <a16:creationId xmlns:a16="http://schemas.microsoft.com/office/drawing/2014/main" id="{E4F047D7-4672-DE59-E2EF-6BA03B22CB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364" t="37841" r="19049" b="27625"/>
          <a:stretch>
            <a:fillRect/>
          </a:stretch>
        </p:blipFill>
        <p:spPr>
          <a:xfrm>
            <a:off x="4283150" y="6997537"/>
            <a:ext cx="1014764" cy="74966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CDDE214C-C562-F0A8-E356-B2968CB5C379}"/>
              </a:ext>
            </a:extLst>
          </p:cNvPr>
          <p:cNvSpPr txBox="1"/>
          <p:nvPr/>
        </p:nvSpPr>
        <p:spPr>
          <a:xfrm>
            <a:off x="1210663" y="222032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Luciana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F25ECFBA-14C9-FDFA-89C0-455686AEE15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2342" t="33957" r="3047" b="11039"/>
          <a:stretch>
            <a:fillRect/>
          </a:stretch>
        </p:blipFill>
        <p:spPr>
          <a:xfrm>
            <a:off x="8146490" y="3365321"/>
            <a:ext cx="1392786" cy="121422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n 3">
            <a:extLst>
              <a:ext uri="{FF2B5EF4-FFF2-40B4-BE49-F238E27FC236}">
                <a16:creationId xmlns:a16="http://schemas.microsoft.com/office/drawing/2014/main" id="{C2CB67F7-6DFF-2BEE-40E2-135CD22CBB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957" t="49868" r="22151" b="10500"/>
          <a:stretch>
            <a:fillRect/>
          </a:stretch>
        </p:blipFill>
        <p:spPr>
          <a:xfrm>
            <a:off x="289279" y="1520628"/>
            <a:ext cx="4710357" cy="560588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2" descr="Duck Coloring Page - Little Bee Family">
            <a:extLst>
              <a:ext uri="{FF2B5EF4-FFF2-40B4-BE49-F238E27FC236}">
                <a16:creationId xmlns:a16="http://schemas.microsoft.com/office/drawing/2014/main" id="{DED132AB-D086-284C-8EA8-D3CDCFAEB91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946" t="10582" r="11755" b="22745"/>
          <a:stretch>
            <a:fillRect/>
          </a:stretch>
        </p:blipFill>
        <p:spPr>
          <a:xfrm>
            <a:off x="0" y="1139808"/>
            <a:ext cx="1197662" cy="133674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2" descr="Duck Coloring Page - Little Bee Family">
            <a:extLst>
              <a:ext uri="{FF2B5EF4-FFF2-40B4-BE49-F238E27FC236}">
                <a16:creationId xmlns:a16="http://schemas.microsoft.com/office/drawing/2014/main" id="{4F1D0B17-E59B-504E-C2C9-6CBA87E0DAD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946" t="10582" r="11755" b="22745"/>
          <a:stretch>
            <a:fillRect/>
          </a:stretch>
        </p:blipFill>
        <p:spPr>
          <a:xfrm>
            <a:off x="4729724" y="6237954"/>
            <a:ext cx="1296143" cy="1446663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6" name="Tabla 8">
            <a:extLst>
              <a:ext uri="{FF2B5EF4-FFF2-40B4-BE49-F238E27FC236}">
                <a16:creationId xmlns:a16="http://schemas.microsoft.com/office/drawing/2014/main" id="{EF7F4782-EBB8-5178-9442-B0363727D75A}"/>
              </a:ext>
            </a:extLst>
          </p:cNvPr>
          <p:cNvGraphicFramePr>
            <a:graphicFrameLocks noGrp="1"/>
          </p:cNvGraphicFramePr>
          <p:nvPr/>
        </p:nvGraphicFramePr>
        <p:xfrm>
          <a:off x="5183980" y="661696"/>
          <a:ext cx="4447932" cy="5320488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482644">
                  <a:extLst>
                    <a:ext uri="{9D8B030D-6E8A-4147-A177-3AD203B41FA5}">
                      <a16:colId xmlns:a16="http://schemas.microsoft.com/office/drawing/2014/main" val="3254176717"/>
                    </a:ext>
                  </a:extLst>
                </a:gridCol>
                <a:gridCol w="1482644">
                  <a:extLst>
                    <a:ext uri="{9D8B030D-6E8A-4147-A177-3AD203B41FA5}">
                      <a16:colId xmlns:a16="http://schemas.microsoft.com/office/drawing/2014/main" val="2862647186"/>
                    </a:ext>
                  </a:extLst>
                </a:gridCol>
                <a:gridCol w="1482644">
                  <a:extLst>
                    <a:ext uri="{9D8B030D-6E8A-4147-A177-3AD203B41FA5}">
                      <a16:colId xmlns:a16="http://schemas.microsoft.com/office/drawing/2014/main" val="2327135914"/>
                    </a:ext>
                  </a:extLst>
                </a:gridCol>
              </a:tblGrid>
              <a:tr h="1330122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2687932"/>
                  </a:ext>
                </a:extLst>
              </a:tr>
              <a:tr h="1330122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575057"/>
                  </a:ext>
                </a:extLst>
              </a:tr>
              <a:tr h="1330122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326139"/>
                  </a:ext>
                </a:extLst>
              </a:tr>
              <a:tr h="1330122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3708307"/>
                  </a:ext>
                </a:extLst>
              </a:tr>
            </a:tbl>
          </a:graphicData>
        </a:graphic>
      </p:graphicFrame>
      <p:pic>
        <p:nvPicPr>
          <p:cNvPr id="7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27A0A278-11CD-2937-5C70-D1AD5689907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2342" t="33957" r="3047" b="11039"/>
          <a:stretch>
            <a:fillRect/>
          </a:stretch>
        </p:blipFill>
        <p:spPr>
          <a:xfrm>
            <a:off x="5209885" y="3424053"/>
            <a:ext cx="1392786" cy="121422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10" descr="Trace and color cute cartoon colorful parrot. Worksheet for children.  36065205 Vector Art at Vecteezy">
            <a:extLst>
              <a:ext uri="{FF2B5EF4-FFF2-40B4-BE49-F238E27FC236}">
                <a16:creationId xmlns:a16="http://schemas.microsoft.com/office/drawing/2014/main" id="{2DAAF059-B533-693A-A95E-9C01AD7B5CF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9649" t="23525" r="7302" b="4836"/>
          <a:stretch>
            <a:fillRect/>
          </a:stretch>
        </p:blipFill>
        <p:spPr>
          <a:xfrm>
            <a:off x="5428856" y="777066"/>
            <a:ext cx="954834" cy="112301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10" descr="Trace and color cute cartoon colorful parrot. Worksheet for children.  36065205 Vector Art at Vecteezy">
            <a:extLst>
              <a:ext uri="{FF2B5EF4-FFF2-40B4-BE49-F238E27FC236}">
                <a16:creationId xmlns:a16="http://schemas.microsoft.com/office/drawing/2014/main" id="{DCDD14EE-2223-CDC8-6EEF-1B03D9EEE6A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9649" t="23525" r="7302" b="4836"/>
          <a:stretch>
            <a:fillRect/>
          </a:stretch>
        </p:blipFill>
        <p:spPr>
          <a:xfrm>
            <a:off x="8458757" y="777066"/>
            <a:ext cx="954834" cy="112301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Picture 4" descr="Trace and color cute pig space worksheet for kids Vector Image">
            <a:extLst>
              <a:ext uri="{FF2B5EF4-FFF2-40B4-BE49-F238E27FC236}">
                <a16:creationId xmlns:a16="http://schemas.microsoft.com/office/drawing/2014/main" id="{CC6C4D71-E439-2BA0-FC77-1100EE27216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2647" t="31222" r="6193" b="19386"/>
          <a:stretch>
            <a:fillRect/>
          </a:stretch>
        </p:blipFill>
        <p:spPr>
          <a:xfrm>
            <a:off x="6823280" y="777066"/>
            <a:ext cx="1141134" cy="10763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B1736F23-079D-A3C1-3CB7-D7800AE4FE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867" t="29465" r="5449" b="9931"/>
          <a:stretch>
            <a:fillRect/>
          </a:stretch>
        </p:blipFill>
        <p:spPr>
          <a:xfrm>
            <a:off x="6863212" y="3398678"/>
            <a:ext cx="1089489" cy="114750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Imagen 15">
            <a:extLst>
              <a:ext uri="{FF2B5EF4-FFF2-40B4-BE49-F238E27FC236}">
                <a16:creationId xmlns:a16="http://schemas.microsoft.com/office/drawing/2014/main" id="{928E3E36-D3D1-6863-0820-F7DD53E2DF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0" y="34335"/>
            <a:ext cx="760378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Imagen 16">
            <a:extLst>
              <a:ext uri="{FF2B5EF4-FFF2-40B4-BE49-F238E27FC236}">
                <a16:creationId xmlns:a16="http://schemas.microsoft.com/office/drawing/2014/main" id="{AD2EBAE4-D81D-C9D8-4355-42BFB4A987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364" t="37841" r="19049" b="27625"/>
          <a:stretch>
            <a:fillRect/>
          </a:stretch>
        </p:blipFill>
        <p:spPr>
          <a:xfrm>
            <a:off x="8742011" y="6934946"/>
            <a:ext cx="1014764" cy="74966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D5F79A67-7A75-DB52-580C-24201521AC2C}"/>
              </a:ext>
            </a:extLst>
          </p:cNvPr>
          <p:cNvSpPr txBox="1"/>
          <p:nvPr/>
        </p:nvSpPr>
        <p:spPr>
          <a:xfrm>
            <a:off x="1226279" y="484782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Luciana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upo 2">
            <a:extLst>
              <a:ext uri="{FF2B5EF4-FFF2-40B4-BE49-F238E27FC236}">
                <a16:creationId xmlns:a16="http://schemas.microsoft.com/office/drawing/2014/main" id="{2E911760-4F88-169C-6717-FE0382BB471F}"/>
              </a:ext>
            </a:extLst>
          </p:cNvPr>
          <p:cNvGrpSpPr/>
          <p:nvPr/>
        </p:nvGrpSpPr>
        <p:grpSpPr>
          <a:xfrm>
            <a:off x="3245680" y="6498659"/>
            <a:ext cx="5605555" cy="1161544"/>
            <a:chOff x="3245680" y="6498659"/>
            <a:chExt cx="5605555" cy="1161544"/>
          </a:xfrm>
        </p:grpSpPr>
        <p:grpSp>
          <p:nvGrpSpPr>
            <p:cNvPr id="3" name="Grupo 1">
              <a:extLst>
                <a:ext uri="{FF2B5EF4-FFF2-40B4-BE49-F238E27FC236}">
                  <a16:creationId xmlns:a16="http://schemas.microsoft.com/office/drawing/2014/main" id="{75273349-3C41-A896-7791-9D2C4CD0D2B4}"/>
                </a:ext>
              </a:extLst>
            </p:cNvPr>
            <p:cNvGrpSpPr/>
            <p:nvPr/>
          </p:nvGrpSpPr>
          <p:grpSpPr>
            <a:xfrm>
              <a:off x="3245680" y="6498659"/>
              <a:ext cx="5605555" cy="1161544"/>
              <a:chOff x="3245680" y="6498659"/>
              <a:chExt cx="5605555" cy="1161544"/>
            </a:xfrm>
          </p:grpSpPr>
          <p:sp>
            <p:nvSpPr>
              <p:cNvPr id="4" name="Rectángulo 4">
                <a:extLst>
                  <a:ext uri="{FF2B5EF4-FFF2-40B4-BE49-F238E27FC236}">
                    <a16:creationId xmlns:a16="http://schemas.microsoft.com/office/drawing/2014/main" id="{3CA16807-B501-2235-F4EB-403D87EC30E4}"/>
                  </a:ext>
                </a:extLst>
              </p:cNvPr>
              <p:cNvSpPr/>
              <p:nvPr/>
            </p:nvSpPr>
            <p:spPr>
              <a:xfrm rot="5400013">
                <a:off x="7721206" y="6530174"/>
                <a:ext cx="1161544" cy="1098514"/>
              </a:xfrm>
              <a:prstGeom prst="rect">
                <a:avLst/>
              </a:prstGeom>
              <a:solidFill>
                <a:srgbClr val="FFFFFF"/>
              </a:solidFill>
              <a:ln w="38103" cap="flat">
                <a:solidFill>
                  <a:srgbClr val="042433"/>
                </a:solidFill>
                <a:custDash>
                  <a:ds d="100000" sp="1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749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sp>
            <p:nvSpPr>
              <p:cNvPr id="5" name="Rectángulo 5">
                <a:extLst>
                  <a:ext uri="{FF2B5EF4-FFF2-40B4-BE49-F238E27FC236}">
                    <a16:creationId xmlns:a16="http://schemas.microsoft.com/office/drawing/2014/main" id="{202BFA0B-0228-7FC5-2386-4AC081DC4617}"/>
                  </a:ext>
                </a:extLst>
              </p:cNvPr>
              <p:cNvSpPr/>
              <p:nvPr/>
            </p:nvSpPr>
            <p:spPr>
              <a:xfrm rot="5400013">
                <a:off x="6173347" y="6530174"/>
                <a:ext cx="1161544" cy="1098514"/>
              </a:xfrm>
              <a:prstGeom prst="rect">
                <a:avLst/>
              </a:prstGeom>
              <a:solidFill>
                <a:srgbClr val="FFFFFF"/>
              </a:solidFill>
              <a:ln w="38103" cap="flat">
                <a:solidFill>
                  <a:srgbClr val="042433"/>
                </a:solidFill>
                <a:custDash>
                  <a:ds d="100000" sp="1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749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sp>
            <p:nvSpPr>
              <p:cNvPr id="6" name="Rectángulo 6">
                <a:extLst>
                  <a:ext uri="{FF2B5EF4-FFF2-40B4-BE49-F238E27FC236}">
                    <a16:creationId xmlns:a16="http://schemas.microsoft.com/office/drawing/2014/main" id="{6A2A25D0-C4E4-0B1E-023A-2A85A58B1557}"/>
                  </a:ext>
                </a:extLst>
              </p:cNvPr>
              <p:cNvSpPr/>
              <p:nvPr/>
            </p:nvSpPr>
            <p:spPr>
              <a:xfrm rot="5400013">
                <a:off x="4762025" y="6530174"/>
                <a:ext cx="1161544" cy="1098514"/>
              </a:xfrm>
              <a:prstGeom prst="rect">
                <a:avLst/>
              </a:prstGeom>
              <a:solidFill>
                <a:srgbClr val="FFFFFF"/>
              </a:solidFill>
              <a:ln w="38103" cap="flat">
                <a:solidFill>
                  <a:srgbClr val="042433"/>
                </a:solidFill>
                <a:custDash>
                  <a:ds d="100000" sp="1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749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sp>
            <p:nvSpPr>
              <p:cNvPr id="7" name="Rectángulo 7">
                <a:extLst>
                  <a:ext uri="{FF2B5EF4-FFF2-40B4-BE49-F238E27FC236}">
                    <a16:creationId xmlns:a16="http://schemas.microsoft.com/office/drawing/2014/main" id="{550EB067-6F9A-7A4E-76F1-AEB8B4235FB0}"/>
                  </a:ext>
                </a:extLst>
              </p:cNvPr>
              <p:cNvSpPr/>
              <p:nvPr/>
            </p:nvSpPr>
            <p:spPr>
              <a:xfrm rot="5400013">
                <a:off x="3214165" y="6530174"/>
                <a:ext cx="1161544" cy="1098514"/>
              </a:xfrm>
              <a:prstGeom prst="rect">
                <a:avLst/>
              </a:prstGeom>
              <a:solidFill>
                <a:srgbClr val="FFFFFF"/>
              </a:solidFill>
              <a:ln w="38103" cap="flat">
                <a:solidFill>
                  <a:srgbClr val="042433"/>
                </a:solidFill>
                <a:custDash>
                  <a:ds d="100000" sp="1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749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pic>
            <p:nvPicPr>
              <p:cNvPr id="8" name="Picture 2" descr="Trace and color cute pig space worksheet for kids Vector Image">
                <a:extLst>
                  <a:ext uri="{FF2B5EF4-FFF2-40B4-BE49-F238E27FC236}">
                    <a16:creationId xmlns:a16="http://schemas.microsoft.com/office/drawing/2014/main" id="{7B4F8B29-A201-8CF7-A9A9-DE18178711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52879" t="31893" r="6611" b="19655"/>
              <a:stretch>
                <a:fillRect/>
              </a:stretch>
            </p:blipFill>
            <p:spPr>
              <a:xfrm rot="5400013">
                <a:off x="7796865" y="6606581"/>
                <a:ext cx="984168" cy="925217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9" name="Picture 6" descr="Premium Vector | Trace and color cute easter chicken. worksheet for  children.">
                <a:extLst>
                  <a:ext uri="{FF2B5EF4-FFF2-40B4-BE49-F238E27FC236}">
                    <a16:creationId xmlns:a16="http://schemas.microsoft.com/office/drawing/2014/main" id="{28157888-1C39-4178-E3B5-1AF71D04E1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0014" t="25250" r="7315" b="14654"/>
              <a:stretch>
                <a:fillRect/>
              </a:stretch>
            </p:blipFill>
            <p:spPr>
              <a:xfrm rot="5400013">
                <a:off x="6283619" y="6579895"/>
                <a:ext cx="991959" cy="986381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0" name="Picture 10" descr="Trace and Color Cow | Vector free, Vector art, Cow">
                <a:extLst>
                  <a:ext uri="{FF2B5EF4-FFF2-40B4-BE49-F238E27FC236}">
                    <a16:creationId xmlns:a16="http://schemas.microsoft.com/office/drawing/2014/main" id="{44277E54-29E9-F82A-7142-424E747AE2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l="7987" t="34246" r="60580" b="19686"/>
              <a:stretch>
                <a:fillRect/>
              </a:stretch>
            </p:blipFill>
            <p:spPr>
              <a:xfrm rot="5400013">
                <a:off x="4832823" y="6555206"/>
                <a:ext cx="1042022" cy="970096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  <p:pic>
          <p:nvPicPr>
            <p:cNvPr id="11" name="Picture 14" descr="Premium Vector | Trace and color for kids horse vector">
              <a:extLst>
                <a:ext uri="{FF2B5EF4-FFF2-40B4-BE49-F238E27FC236}">
                  <a16:creationId xmlns:a16="http://schemas.microsoft.com/office/drawing/2014/main" id="{8E258826-17B4-88DE-CB21-033BABCB3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5222" t="6368" r="61242" b="57391"/>
            <a:stretch>
              <a:fillRect/>
            </a:stretch>
          </p:blipFill>
          <p:spPr>
            <a:xfrm rot="5400013">
              <a:off x="3354398" y="6627064"/>
              <a:ext cx="897995" cy="970425"/>
            </a:xfrm>
            <a:prstGeom prst="rect">
              <a:avLst/>
            </a:prstGeom>
            <a:noFill/>
            <a:ln cap="flat">
              <a:noFill/>
            </a:ln>
          </p:spPr>
        </p:pic>
      </p:grpSp>
      <p:grpSp>
        <p:nvGrpSpPr>
          <p:cNvPr id="12" name="Grupo 13">
            <a:extLst>
              <a:ext uri="{FF2B5EF4-FFF2-40B4-BE49-F238E27FC236}">
                <a16:creationId xmlns:a16="http://schemas.microsoft.com/office/drawing/2014/main" id="{FFB6CCE8-CE1B-110E-046B-B0576A3BE1A6}"/>
              </a:ext>
            </a:extLst>
          </p:cNvPr>
          <p:cNvGrpSpPr/>
          <p:nvPr/>
        </p:nvGrpSpPr>
        <p:grpSpPr>
          <a:xfrm>
            <a:off x="3089281" y="111218"/>
            <a:ext cx="5605555" cy="1161544"/>
            <a:chOff x="3089281" y="111218"/>
            <a:chExt cx="5605555" cy="1161544"/>
          </a:xfrm>
        </p:grpSpPr>
        <p:sp>
          <p:nvSpPr>
            <p:cNvPr id="13" name="Rectángulo 8">
              <a:extLst>
                <a:ext uri="{FF2B5EF4-FFF2-40B4-BE49-F238E27FC236}">
                  <a16:creationId xmlns:a16="http://schemas.microsoft.com/office/drawing/2014/main" id="{5B2B0AF1-DE84-1F09-FC92-77632B2789F8}"/>
                </a:ext>
              </a:extLst>
            </p:cNvPr>
            <p:cNvSpPr/>
            <p:nvPr/>
          </p:nvSpPr>
          <p:spPr>
            <a:xfrm rot="5400013">
              <a:off x="7564807" y="142733"/>
              <a:ext cx="1161544" cy="1098514"/>
            </a:xfrm>
            <a:prstGeom prst="rect">
              <a:avLst/>
            </a:prstGeom>
            <a:solidFill>
              <a:srgbClr val="FFFFFF"/>
            </a:solidFill>
            <a:ln w="38103" cap="flat">
              <a:solidFill>
                <a:srgbClr val="042433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14" name="Rectángulo 9">
              <a:extLst>
                <a:ext uri="{FF2B5EF4-FFF2-40B4-BE49-F238E27FC236}">
                  <a16:creationId xmlns:a16="http://schemas.microsoft.com/office/drawing/2014/main" id="{BF85D4E6-57FA-41A5-D8CC-862EAAE58B36}"/>
                </a:ext>
              </a:extLst>
            </p:cNvPr>
            <p:cNvSpPr/>
            <p:nvPr/>
          </p:nvSpPr>
          <p:spPr>
            <a:xfrm rot="5400013">
              <a:off x="6016948" y="142733"/>
              <a:ext cx="1161544" cy="1098514"/>
            </a:xfrm>
            <a:prstGeom prst="rect">
              <a:avLst/>
            </a:prstGeom>
            <a:solidFill>
              <a:srgbClr val="FFFFFF"/>
            </a:solidFill>
            <a:ln w="38103" cap="flat">
              <a:solidFill>
                <a:srgbClr val="042433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15" name="Rectángulo 10">
              <a:extLst>
                <a:ext uri="{FF2B5EF4-FFF2-40B4-BE49-F238E27FC236}">
                  <a16:creationId xmlns:a16="http://schemas.microsoft.com/office/drawing/2014/main" id="{24625F55-0D18-7B4B-5D90-B21975F95697}"/>
                </a:ext>
              </a:extLst>
            </p:cNvPr>
            <p:cNvSpPr/>
            <p:nvPr/>
          </p:nvSpPr>
          <p:spPr>
            <a:xfrm rot="5400013">
              <a:off x="4605626" y="142733"/>
              <a:ext cx="1161544" cy="1098514"/>
            </a:xfrm>
            <a:prstGeom prst="rect">
              <a:avLst/>
            </a:prstGeom>
            <a:solidFill>
              <a:srgbClr val="FFFFFF"/>
            </a:solidFill>
            <a:ln w="38103" cap="flat">
              <a:solidFill>
                <a:srgbClr val="042433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16" name="Rectángulo 11">
              <a:extLst>
                <a:ext uri="{FF2B5EF4-FFF2-40B4-BE49-F238E27FC236}">
                  <a16:creationId xmlns:a16="http://schemas.microsoft.com/office/drawing/2014/main" id="{A82D8E0D-541F-0462-74B2-F00FBCD151BB}"/>
                </a:ext>
              </a:extLst>
            </p:cNvPr>
            <p:cNvSpPr/>
            <p:nvPr/>
          </p:nvSpPr>
          <p:spPr>
            <a:xfrm rot="5400013">
              <a:off x="3057766" y="142733"/>
              <a:ext cx="1161544" cy="1098514"/>
            </a:xfrm>
            <a:prstGeom prst="rect">
              <a:avLst/>
            </a:prstGeom>
            <a:solidFill>
              <a:srgbClr val="FFFFFF"/>
            </a:solidFill>
            <a:ln w="38103" cap="flat">
              <a:solidFill>
                <a:srgbClr val="042433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pic>
          <p:nvPicPr>
            <p:cNvPr id="17" name="Picture 4" descr="Trace and color cute pig space worksheet for kids Vector Image">
              <a:extLst>
                <a:ext uri="{FF2B5EF4-FFF2-40B4-BE49-F238E27FC236}">
                  <a16:creationId xmlns:a16="http://schemas.microsoft.com/office/drawing/2014/main" id="{00BAE55C-90E6-226C-7EDC-3798966FB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5283" t="31222" r="53557" b="19386"/>
            <a:stretch>
              <a:fillRect/>
            </a:stretch>
          </p:blipFill>
          <p:spPr>
            <a:xfrm rot="5400013">
              <a:off x="6104223" y="263896"/>
              <a:ext cx="907761" cy="856189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8" name="Picture 8" descr="Premium Vector | Trace and color cute easter chicken. worksheet for  children.">
              <a:extLst>
                <a:ext uri="{FF2B5EF4-FFF2-40B4-BE49-F238E27FC236}">
                  <a16:creationId xmlns:a16="http://schemas.microsoft.com/office/drawing/2014/main" id="{2A702145-D257-7D66-6849-2B3CD8923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245" t="25250" r="49985" b="14893"/>
            <a:stretch>
              <a:fillRect/>
            </a:stretch>
          </p:blipFill>
          <p:spPr>
            <a:xfrm rot="5400013">
              <a:off x="7647639" y="199934"/>
              <a:ext cx="995900" cy="984123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9" name="Picture 12" descr="Trace and Color Cow | Vector free, Vector art, Cow">
              <a:extLst>
                <a:ext uri="{FF2B5EF4-FFF2-40B4-BE49-F238E27FC236}">
                  <a16:creationId xmlns:a16="http://schemas.microsoft.com/office/drawing/2014/main" id="{3606F27F-4FFF-03B9-4B39-5F5222C8D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40570" t="20255" r="7760" b="4279"/>
            <a:stretch>
              <a:fillRect/>
            </a:stretch>
          </p:blipFill>
          <p:spPr>
            <a:xfrm rot="5400013">
              <a:off x="3099184" y="156921"/>
              <a:ext cx="1078717" cy="987314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20" name="Picture 16" descr="Premium Vector | Trace and color for kids horse vector">
              <a:extLst>
                <a:ext uri="{FF2B5EF4-FFF2-40B4-BE49-F238E27FC236}">
                  <a16:creationId xmlns:a16="http://schemas.microsoft.com/office/drawing/2014/main" id="{582FC2A8-9713-3277-8BC7-53578EB7B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8647" t="5694" r="4787" b="14829"/>
            <a:stretch>
              <a:fillRect/>
            </a:stretch>
          </p:blipFill>
          <p:spPr>
            <a:xfrm rot="5400013">
              <a:off x="4711039" y="239459"/>
              <a:ext cx="972793" cy="970096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21" name="Rectángulo 12">
              <a:extLst>
                <a:ext uri="{FF2B5EF4-FFF2-40B4-BE49-F238E27FC236}">
                  <a16:creationId xmlns:a16="http://schemas.microsoft.com/office/drawing/2014/main" id="{D9265C50-9C1B-676C-606E-B74266DD8807}"/>
                </a:ext>
              </a:extLst>
            </p:cNvPr>
            <p:cNvSpPr/>
            <p:nvPr/>
          </p:nvSpPr>
          <p:spPr>
            <a:xfrm rot="5400013">
              <a:off x="5420238" y="159687"/>
              <a:ext cx="227895" cy="296594"/>
            </a:xfrm>
            <a:prstGeom prst="rect">
              <a:avLst/>
            </a:prstGeom>
            <a:solidFill>
              <a:srgbClr val="FFFFFF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</p:grpSp>
      <p:pic>
        <p:nvPicPr>
          <p:cNvPr id="22" name="Imagen 19">
            <a:extLst>
              <a:ext uri="{FF2B5EF4-FFF2-40B4-BE49-F238E27FC236}">
                <a16:creationId xmlns:a16="http://schemas.microsoft.com/office/drawing/2014/main" id="{19BDA5AC-13AF-E380-19CB-CC5A9B021C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 rot="5400013">
            <a:off x="9002285" y="5358"/>
            <a:ext cx="760378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3" name="Imagen 20">
            <a:extLst>
              <a:ext uri="{FF2B5EF4-FFF2-40B4-BE49-F238E27FC236}">
                <a16:creationId xmlns:a16="http://schemas.microsoft.com/office/drawing/2014/main" id="{43BD391A-BFB6-ED51-B3D4-DBABF26989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364" t="37841" r="19049" b="27625"/>
          <a:stretch>
            <a:fillRect/>
          </a:stretch>
        </p:blipFill>
        <p:spPr>
          <a:xfrm rot="5400013">
            <a:off x="8840419" y="6777989"/>
            <a:ext cx="1014764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4" name="Picture 4" descr="Dot a dot game for preschool kids. Cute horse. 8813605 Vector Art at  Vecteezy">
            <a:extLst>
              <a:ext uri="{FF2B5EF4-FFF2-40B4-BE49-F238E27FC236}">
                <a16:creationId xmlns:a16="http://schemas.microsoft.com/office/drawing/2014/main" id="{E5DA021C-0CFB-F938-F262-CF7D2A65E1E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6923" t="15832" r="18922" b="6387"/>
          <a:stretch>
            <a:fillRect/>
          </a:stretch>
        </p:blipFill>
        <p:spPr>
          <a:xfrm rot="5400013">
            <a:off x="-230378" y="660046"/>
            <a:ext cx="3342003" cy="286579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5" name="Picture 4" descr="Dot a dot game for preschool kids. Cute horse. 8813605 Vector Art at  Vecteezy">
            <a:extLst>
              <a:ext uri="{FF2B5EF4-FFF2-40B4-BE49-F238E27FC236}">
                <a16:creationId xmlns:a16="http://schemas.microsoft.com/office/drawing/2014/main" id="{B3BB2F92-CF2C-9758-6F55-1ACE27E4DDE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6923" t="15832" r="18922" b="6387"/>
          <a:stretch>
            <a:fillRect/>
          </a:stretch>
        </p:blipFill>
        <p:spPr>
          <a:xfrm rot="5400013">
            <a:off x="-177234" y="4556305"/>
            <a:ext cx="3342003" cy="286579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293F0464-BA3D-151E-2BA3-473401391AD1}"/>
              </a:ext>
            </a:extLst>
          </p:cNvPr>
          <p:cNvSpPr txBox="1"/>
          <p:nvPr/>
        </p:nvSpPr>
        <p:spPr>
          <a:xfrm rot="5400000">
            <a:off x="7714319" y="3379742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Luciana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A9CA463E-52A7-8CB5-4694-DB88F017BB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60" t="27917" r="53056" b="11479"/>
          <a:stretch>
            <a:fillRect/>
          </a:stretch>
        </p:blipFill>
        <p:spPr>
          <a:xfrm>
            <a:off x="5208715" y="4433852"/>
            <a:ext cx="3552965" cy="304324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8" descr="Coloring Pages for Kids: Rabbit Vector">
            <a:extLst>
              <a:ext uri="{FF2B5EF4-FFF2-40B4-BE49-F238E27FC236}">
                <a16:creationId xmlns:a16="http://schemas.microsoft.com/office/drawing/2014/main" id="{999BA8F4-97FA-4138-BA65-C02E66F5CF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117" t="21329" r="10645" b="8530"/>
          <a:stretch>
            <a:fillRect/>
          </a:stretch>
        </p:blipFill>
        <p:spPr>
          <a:xfrm>
            <a:off x="5874325" y="1181660"/>
            <a:ext cx="2221763" cy="312691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4" descr="Little puppy trace and color picture children Vector Image">
            <a:extLst>
              <a:ext uri="{FF2B5EF4-FFF2-40B4-BE49-F238E27FC236}">
                <a16:creationId xmlns:a16="http://schemas.microsoft.com/office/drawing/2014/main" id="{59F22767-2423-CA55-D650-DD449AC71F6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1899" t="29896" r="8802" b="27067"/>
          <a:stretch>
            <a:fillRect/>
          </a:stretch>
        </p:blipFill>
        <p:spPr>
          <a:xfrm>
            <a:off x="431578" y="4404390"/>
            <a:ext cx="3527928" cy="304051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2" descr="Trace And Color Duck Vector Art, Icons, and Graphics for Free Download">
            <a:extLst>
              <a:ext uri="{FF2B5EF4-FFF2-40B4-BE49-F238E27FC236}">
                <a16:creationId xmlns:a16="http://schemas.microsoft.com/office/drawing/2014/main" id="{0693082A-68A0-E38F-BCA6-3E74BFD176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86" t="34081" r="51281" b="13901"/>
          <a:stretch>
            <a:fillRect/>
          </a:stretch>
        </p:blipFill>
        <p:spPr>
          <a:xfrm>
            <a:off x="625166" y="1254300"/>
            <a:ext cx="3359377" cy="2952176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6" name="Tabla 4">
            <a:extLst>
              <a:ext uri="{FF2B5EF4-FFF2-40B4-BE49-F238E27FC236}">
                <a16:creationId xmlns:a16="http://schemas.microsoft.com/office/drawing/2014/main" id="{47A713CB-2023-0CC3-38E7-2FB9572D0BD7}"/>
              </a:ext>
            </a:extLst>
          </p:cNvPr>
          <p:cNvGraphicFramePr>
            <a:graphicFrameLocks noGrp="1"/>
          </p:cNvGraphicFramePr>
          <p:nvPr/>
        </p:nvGraphicFramePr>
        <p:xfrm>
          <a:off x="111565" y="4404390"/>
          <a:ext cx="4386576" cy="309745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93288">
                  <a:extLst>
                    <a:ext uri="{9D8B030D-6E8A-4147-A177-3AD203B41FA5}">
                      <a16:colId xmlns:a16="http://schemas.microsoft.com/office/drawing/2014/main" val="3521753273"/>
                    </a:ext>
                  </a:extLst>
                </a:gridCol>
                <a:gridCol w="2193288">
                  <a:extLst>
                    <a:ext uri="{9D8B030D-6E8A-4147-A177-3AD203B41FA5}">
                      <a16:colId xmlns:a16="http://schemas.microsoft.com/office/drawing/2014/main" val="3484475377"/>
                    </a:ext>
                  </a:extLst>
                </a:gridCol>
              </a:tblGrid>
              <a:tr h="3097456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886268"/>
                  </a:ext>
                </a:extLst>
              </a:tr>
            </a:tbl>
          </a:graphicData>
        </a:graphic>
      </p:graphicFrame>
      <p:graphicFrame>
        <p:nvGraphicFramePr>
          <p:cNvPr id="7" name="Tabla 5">
            <a:extLst>
              <a:ext uri="{FF2B5EF4-FFF2-40B4-BE49-F238E27FC236}">
                <a16:creationId xmlns:a16="http://schemas.microsoft.com/office/drawing/2014/main" id="{0BAA10D1-DADC-8501-3C96-79E0C8D75EDA}"/>
              </a:ext>
            </a:extLst>
          </p:cNvPr>
          <p:cNvGraphicFramePr>
            <a:graphicFrameLocks noGrp="1"/>
          </p:cNvGraphicFramePr>
          <p:nvPr/>
        </p:nvGraphicFramePr>
        <p:xfrm>
          <a:off x="111565" y="1181660"/>
          <a:ext cx="4386576" cy="309745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93288">
                  <a:extLst>
                    <a:ext uri="{9D8B030D-6E8A-4147-A177-3AD203B41FA5}">
                      <a16:colId xmlns:a16="http://schemas.microsoft.com/office/drawing/2014/main" val="773748229"/>
                    </a:ext>
                  </a:extLst>
                </a:gridCol>
                <a:gridCol w="2193288">
                  <a:extLst>
                    <a:ext uri="{9D8B030D-6E8A-4147-A177-3AD203B41FA5}">
                      <a16:colId xmlns:a16="http://schemas.microsoft.com/office/drawing/2014/main" val="1506032274"/>
                    </a:ext>
                  </a:extLst>
                </a:gridCol>
              </a:tblGrid>
              <a:tr h="3097456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203372"/>
                  </a:ext>
                </a:extLst>
              </a:tr>
            </a:tbl>
          </a:graphicData>
        </a:graphic>
      </p:graphicFrame>
      <p:graphicFrame>
        <p:nvGraphicFramePr>
          <p:cNvPr id="8" name="Tabla 6">
            <a:extLst>
              <a:ext uri="{FF2B5EF4-FFF2-40B4-BE49-F238E27FC236}">
                <a16:creationId xmlns:a16="http://schemas.microsoft.com/office/drawing/2014/main" id="{C0740038-2EDA-3A78-AC15-03AFDA2498D8}"/>
              </a:ext>
            </a:extLst>
          </p:cNvPr>
          <p:cNvGraphicFramePr>
            <a:graphicFrameLocks noGrp="1"/>
          </p:cNvGraphicFramePr>
          <p:nvPr/>
        </p:nvGraphicFramePr>
        <p:xfrm>
          <a:off x="4791913" y="4404390"/>
          <a:ext cx="4386576" cy="309745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93288">
                  <a:extLst>
                    <a:ext uri="{9D8B030D-6E8A-4147-A177-3AD203B41FA5}">
                      <a16:colId xmlns:a16="http://schemas.microsoft.com/office/drawing/2014/main" val="3740697498"/>
                    </a:ext>
                  </a:extLst>
                </a:gridCol>
                <a:gridCol w="2193288">
                  <a:extLst>
                    <a:ext uri="{9D8B030D-6E8A-4147-A177-3AD203B41FA5}">
                      <a16:colId xmlns:a16="http://schemas.microsoft.com/office/drawing/2014/main" val="462737540"/>
                    </a:ext>
                  </a:extLst>
                </a:gridCol>
              </a:tblGrid>
              <a:tr h="3097456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5486262"/>
                  </a:ext>
                </a:extLst>
              </a:tr>
            </a:tbl>
          </a:graphicData>
        </a:graphic>
      </p:graphicFrame>
      <p:graphicFrame>
        <p:nvGraphicFramePr>
          <p:cNvPr id="9" name="Tabla 7">
            <a:extLst>
              <a:ext uri="{FF2B5EF4-FFF2-40B4-BE49-F238E27FC236}">
                <a16:creationId xmlns:a16="http://schemas.microsoft.com/office/drawing/2014/main" id="{59D2304F-EE5E-7303-EE93-695579053A45}"/>
              </a:ext>
            </a:extLst>
          </p:cNvPr>
          <p:cNvGraphicFramePr>
            <a:graphicFrameLocks noGrp="1"/>
          </p:cNvGraphicFramePr>
          <p:nvPr/>
        </p:nvGraphicFramePr>
        <p:xfrm>
          <a:off x="4791913" y="1181660"/>
          <a:ext cx="4386576" cy="309745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93288">
                  <a:extLst>
                    <a:ext uri="{9D8B030D-6E8A-4147-A177-3AD203B41FA5}">
                      <a16:colId xmlns:a16="http://schemas.microsoft.com/office/drawing/2014/main" val="1650597605"/>
                    </a:ext>
                  </a:extLst>
                </a:gridCol>
                <a:gridCol w="2193288">
                  <a:extLst>
                    <a:ext uri="{9D8B030D-6E8A-4147-A177-3AD203B41FA5}">
                      <a16:colId xmlns:a16="http://schemas.microsoft.com/office/drawing/2014/main" val="2419672106"/>
                    </a:ext>
                  </a:extLst>
                </a:gridCol>
              </a:tblGrid>
              <a:tr h="3097456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 dirty="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7787748"/>
                  </a:ext>
                </a:extLst>
              </a:tr>
            </a:tbl>
          </a:graphicData>
        </a:graphic>
      </p:graphicFrame>
      <p:sp>
        <p:nvSpPr>
          <p:cNvPr id="10" name="Rectángulo 14">
            <a:extLst>
              <a:ext uri="{FF2B5EF4-FFF2-40B4-BE49-F238E27FC236}">
                <a16:creationId xmlns:a16="http://schemas.microsoft.com/office/drawing/2014/main" id="{5A35C98D-073B-0F70-A0C0-33F531CE0970}"/>
              </a:ext>
            </a:extLst>
          </p:cNvPr>
          <p:cNvSpPr/>
          <p:nvPr/>
        </p:nvSpPr>
        <p:spPr>
          <a:xfrm>
            <a:off x="216365" y="1254300"/>
            <a:ext cx="2061176" cy="2952176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49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1" name="Rectángulo 15">
            <a:extLst>
              <a:ext uri="{FF2B5EF4-FFF2-40B4-BE49-F238E27FC236}">
                <a16:creationId xmlns:a16="http://schemas.microsoft.com/office/drawing/2014/main" id="{1C1B5619-B869-22E3-65B1-2A16DADC7A4B}"/>
              </a:ext>
            </a:extLst>
          </p:cNvPr>
          <p:cNvSpPr/>
          <p:nvPr/>
        </p:nvSpPr>
        <p:spPr>
          <a:xfrm>
            <a:off x="137809" y="4492721"/>
            <a:ext cx="2139732" cy="2952176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49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2" name="Rectángulo 16">
            <a:extLst>
              <a:ext uri="{FF2B5EF4-FFF2-40B4-BE49-F238E27FC236}">
                <a16:creationId xmlns:a16="http://schemas.microsoft.com/office/drawing/2014/main" id="{A5D0E33B-2C47-322F-201D-B794B1316ED6}"/>
              </a:ext>
            </a:extLst>
          </p:cNvPr>
          <p:cNvSpPr/>
          <p:nvPr/>
        </p:nvSpPr>
        <p:spPr>
          <a:xfrm>
            <a:off x="7026213" y="1225661"/>
            <a:ext cx="2100449" cy="2952176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49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3" name="Rectángulo 17">
            <a:extLst>
              <a:ext uri="{FF2B5EF4-FFF2-40B4-BE49-F238E27FC236}">
                <a16:creationId xmlns:a16="http://schemas.microsoft.com/office/drawing/2014/main" id="{81592640-A001-11B9-F34A-3AE820481A1C}"/>
              </a:ext>
            </a:extLst>
          </p:cNvPr>
          <p:cNvSpPr/>
          <p:nvPr/>
        </p:nvSpPr>
        <p:spPr>
          <a:xfrm>
            <a:off x="7026213" y="4448555"/>
            <a:ext cx="1735467" cy="2952176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49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14" name="Imagen 18">
            <a:extLst>
              <a:ext uri="{FF2B5EF4-FFF2-40B4-BE49-F238E27FC236}">
                <a16:creationId xmlns:a16="http://schemas.microsoft.com/office/drawing/2014/main" id="{30C26428-85F4-0089-07A2-8D40FC8CA8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427" t="21568" r="45264" b="27626"/>
          <a:stretch>
            <a:fillRect/>
          </a:stretch>
        </p:blipFill>
        <p:spPr>
          <a:xfrm>
            <a:off x="0" y="121185"/>
            <a:ext cx="707114" cy="69715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Imagen 19">
            <a:extLst>
              <a:ext uri="{FF2B5EF4-FFF2-40B4-BE49-F238E27FC236}">
                <a16:creationId xmlns:a16="http://schemas.microsoft.com/office/drawing/2014/main" id="{0E8B4E52-7A2E-3A21-0966-C4AEAFD443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364" t="37841" r="19049" b="27625"/>
          <a:stretch>
            <a:fillRect/>
          </a:stretch>
        </p:blipFill>
        <p:spPr>
          <a:xfrm>
            <a:off x="9042803" y="145663"/>
            <a:ext cx="713972" cy="52745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97B15DE2-CD01-99B7-A41D-3BE22543CFEC}"/>
              </a:ext>
            </a:extLst>
          </p:cNvPr>
          <p:cNvSpPr txBox="1"/>
          <p:nvPr/>
        </p:nvSpPr>
        <p:spPr>
          <a:xfrm>
            <a:off x="3649594" y="121185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Luciana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E9DEB88B-1038-FDCC-42DB-7537CC3974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60" t="27917" r="53056" b="11479"/>
          <a:stretch>
            <a:fillRect/>
          </a:stretch>
        </p:blipFill>
        <p:spPr>
          <a:xfrm rot="5400013">
            <a:off x="7221579" y="6146090"/>
            <a:ext cx="1316223" cy="15857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Rectángulo 3">
            <a:extLst>
              <a:ext uri="{FF2B5EF4-FFF2-40B4-BE49-F238E27FC236}">
                <a16:creationId xmlns:a16="http://schemas.microsoft.com/office/drawing/2014/main" id="{EE490522-4593-6044-C426-F6E79DA6922A}"/>
              </a:ext>
            </a:extLst>
          </p:cNvPr>
          <p:cNvSpPr/>
          <p:nvPr/>
        </p:nvSpPr>
        <p:spPr>
          <a:xfrm rot="5400013">
            <a:off x="7327868" y="26065"/>
            <a:ext cx="1364659" cy="1846777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Rectángulo 4">
            <a:extLst>
              <a:ext uri="{FF2B5EF4-FFF2-40B4-BE49-F238E27FC236}">
                <a16:creationId xmlns:a16="http://schemas.microsoft.com/office/drawing/2014/main" id="{CA600642-A73B-6829-89CD-38BC22B6EC1E}"/>
              </a:ext>
            </a:extLst>
          </p:cNvPr>
          <p:cNvSpPr/>
          <p:nvPr/>
        </p:nvSpPr>
        <p:spPr>
          <a:xfrm rot="5400013">
            <a:off x="7182278" y="2845507"/>
            <a:ext cx="1483549" cy="1846777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Rectángulo 5">
            <a:extLst>
              <a:ext uri="{FF2B5EF4-FFF2-40B4-BE49-F238E27FC236}">
                <a16:creationId xmlns:a16="http://schemas.microsoft.com/office/drawing/2014/main" id="{93E3163B-68AE-194B-DE0E-0A8CA16D8E72}"/>
              </a:ext>
            </a:extLst>
          </p:cNvPr>
          <p:cNvSpPr/>
          <p:nvPr/>
        </p:nvSpPr>
        <p:spPr>
          <a:xfrm rot="5400013">
            <a:off x="7223179" y="5962157"/>
            <a:ext cx="1483549" cy="1846777"/>
          </a:xfrm>
          <a:prstGeom prst="rect">
            <a:avLst/>
          </a:prstGeom>
          <a:noFill/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6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A63519BE-F68E-BC94-9BCE-21D1F0F90A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0" t="21933" r="55042" b="11628"/>
          <a:stretch>
            <a:fillRect/>
          </a:stretch>
        </p:blipFill>
        <p:spPr>
          <a:xfrm rot="5400013">
            <a:off x="7267331" y="248114"/>
            <a:ext cx="1224015" cy="154332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Picture 4" descr="Little puppy trace and color picture children Vector Image">
            <a:extLst>
              <a:ext uri="{FF2B5EF4-FFF2-40B4-BE49-F238E27FC236}">
                <a16:creationId xmlns:a16="http://schemas.microsoft.com/office/drawing/2014/main" id="{556A3FBC-5B86-A742-C970-76CCC513751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1899" t="29896" r="8802" b="27067"/>
          <a:stretch>
            <a:fillRect/>
          </a:stretch>
        </p:blipFill>
        <p:spPr>
          <a:xfrm rot="5400013">
            <a:off x="7277508" y="3019824"/>
            <a:ext cx="1214807" cy="149353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Rectángulo 14">
            <a:extLst>
              <a:ext uri="{FF2B5EF4-FFF2-40B4-BE49-F238E27FC236}">
                <a16:creationId xmlns:a16="http://schemas.microsoft.com/office/drawing/2014/main" id="{3A5BB978-00C2-0E27-3F9C-8FD7CC2FD00E}"/>
              </a:ext>
            </a:extLst>
          </p:cNvPr>
          <p:cNvSpPr/>
          <p:nvPr/>
        </p:nvSpPr>
        <p:spPr>
          <a:xfrm rot="5400013">
            <a:off x="189377" y="247332"/>
            <a:ext cx="1483549" cy="1544878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Rectángulo 15">
            <a:extLst>
              <a:ext uri="{FF2B5EF4-FFF2-40B4-BE49-F238E27FC236}">
                <a16:creationId xmlns:a16="http://schemas.microsoft.com/office/drawing/2014/main" id="{77CA61A5-9809-2FBD-A484-0422B0D5F0BC}"/>
              </a:ext>
            </a:extLst>
          </p:cNvPr>
          <p:cNvSpPr/>
          <p:nvPr/>
        </p:nvSpPr>
        <p:spPr>
          <a:xfrm rot="5400013">
            <a:off x="167560" y="2859782"/>
            <a:ext cx="1483549" cy="1544878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Rectángulo 16">
            <a:extLst>
              <a:ext uri="{FF2B5EF4-FFF2-40B4-BE49-F238E27FC236}">
                <a16:creationId xmlns:a16="http://schemas.microsoft.com/office/drawing/2014/main" id="{F5A993DF-94FD-B275-DA0D-4200E1E4EE5C}"/>
              </a:ext>
            </a:extLst>
          </p:cNvPr>
          <p:cNvSpPr/>
          <p:nvPr/>
        </p:nvSpPr>
        <p:spPr>
          <a:xfrm rot="5400013">
            <a:off x="167560" y="6001075"/>
            <a:ext cx="1483549" cy="1544878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11" name="Imagen 17">
            <a:extLst>
              <a:ext uri="{FF2B5EF4-FFF2-40B4-BE49-F238E27FC236}">
                <a16:creationId xmlns:a16="http://schemas.microsoft.com/office/drawing/2014/main" id="{D985771A-7F0E-FFB4-5AB1-200C1381EE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587" t="60459" r="39961" b="7763"/>
          <a:stretch>
            <a:fillRect/>
          </a:stretch>
        </p:blipFill>
        <p:spPr>
          <a:xfrm rot="16200004">
            <a:off x="3712472" y="1128489"/>
            <a:ext cx="1214807" cy="527620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Imagen 18">
            <a:extLst>
              <a:ext uri="{FF2B5EF4-FFF2-40B4-BE49-F238E27FC236}">
                <a16:creationId xmlns:a16="http://schemas.microsoft.com/office/drawing/2014/main" id="{20BECF63-8FA3-244E-DFBB-05BA1B7149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857" t="37281" r="55716" b="7946"/>
          <a:stretch>
            <a:fillRect/>
          </a:stretch>
        </p:blipFill>
        <p:spPr>
          <a:xfrm rot="16200004">
            <a:off x="3615335" y="-1623764"/>
            <a:ext cx="1494431" cy="527620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Imagen 19">
            <a:extLst>
              <a:ext uri="{FF2B5EF4-FFF2-40B4-BE49-F238E27FC236}">
                <a16:creationId xmlns:a16="http://schemas.microsoft.com/office/drawing/2014/main" id="{C2F5D120-CF25-F1D3-1225-A245FF0278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857" t="37281" r="55716" b="7946"/>
          <a:stretch>
            <a:fillRect/>
          </a:stretch>
        </p:blipFill>
        <p:spPr>
          <a:xfrm rot="16200004">
            <a:off x="3572670" y="4214917"/>
            <a:ext cx="1494431" cy="509265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Imagen 1">
            <a:extLst>
              <a:ext uri="{FF2B5EF4-FFF2-40B4-BE49-F238E27FC236}">
                <a16:creationId xmlns:a16="http://schemas.microsoft.com/office/drawing/2014/main" id="{43AC9BCB-E290-A5BC-8C37-897A2B4A7A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427" t="21568" r="45264" b="27626"/>
          <a:stretch>
            <a:fillRect/>
          </a:stretch>
        </p:blipFill>
        <p:spPr>
          <a:xfrm rot="5400013">
            <a:off x="8985585" y="98843"/>
            <a:ext cx="707114" cy="69715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Imagen 2">
            <a:extLst>
              <a:ext uri="{FF2B5EF4-FFF2-40B4-BE49-F238E27FC236}">
                <a16:creationId xmlns:a16="http://schemas.microsoft.com/office/drawing/2014/main" id="{85E854AE-A568-128B-8B8B-208243C906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364" t="37841" r="19049" b="27625"/>
          <a:stretch>
            <a:fillRect/>
          </a:stretch>
        </p:blipFill>
        <p:spPr>
          <a:xfrm rot="5400013">
            <a:off x="9078016" y="7060988"/>
            <a:ext cx="713972" cy="52745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6E6B9B42-5948-4CC6-5122-B0169C310C43}"/>
              </a:ext>
            </a:extLst>
          </p:cNvPr>
          <p:cNvSpPr txBox="1"/>
          <p:nvPr/>
        </p:nvSpPr>
        <p:spPr>
          <a:xfrm rot="5400000">
            <a:off x="7796670" y="3309056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Luciana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F12D908D-6AF2-BD2D-495B-7DE342D158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507" t="17045" r="11444" b="2647"/>
          <a:stretch>
            <a:fillRect/>
          </a:stretch>
        </p:blipFill>
        <p:spPr>
          <a:xfrm rot="2190807">
            <a:off x="5520732" y="2111260"/>
            <a:ext cx="723464" cy="1781351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3" name="Marcador de contenido 5">
            <a:extLst>
              <a:ext uri="{FF2B5EF4-FFF2-40B4-BE49-F238E27FC236}">
                <a16:creationId xmlns:a16="http://schemas.microsoft.com/office/drawing/2014/main" id="{67F595FC-0DE5-7F2A-C588-89B123D3C05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7857" y="141558"/>
          <a:ext cx="6505296" cy="7492444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626324">
                  <a:extLst>
                    <a:ext uri="{9D8B030D-6E8A-4147-A177-3AD203B41FA5}">
                      <a16:colId xmlns:a16="http://schemas.microsoft.com/office/drawing/2014/main" val="260653462"/>
                    </a:ext>
                  </a:extLst>
                </a:gridCol>
                <a:gridCol w="1626324">
                  <a:extLst>
                    <a:ext uri="{9D8B030D-6E8A-4147-A177-3AD203B41FA5}">
                      <a16:colId xmlns:a16="http://schemas.microsoft.com/office/drawing/2014/main" val="4150225360"/>
                    </a:ext>
                  </a:extLst>
                </a:gridCol>
                <a:gridCol w="1626324">
                  <a:extLst>
                    <a:ext uri="{9D8B030D-6E8A-4147-A177-3AD203B41FA5}">
                      <a16:colId xmlns:a16="http://schemas.microsoft.com/office/drawing/2014/main" val="1926491000"/>
                    </a:ext>
                  </a:extLst>
                </a:gridCol>
                <a:gridCol w="1626324">
                  <a:extLst>
                    <a:ext uri="{9D8B030D-6E8A-4147-A177-3AD203B41FA5}">
                      <a16:colId xmlns:a16="http://schemas.microsoft.com/office/drawing/2014/main" val="2565031486"/>
                    </a:ext>
                  </a:extLst>
                </a:gridCol>
              </a:tblGrid>
              <a:tr h="187311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180364"/>
                  </a:ext>
                </a:extLst>
              </a:tr>
              <a:tr h="187311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77"/>
                  </a:ext>
                </a:extLst>
              </a:tr>
              <a:tr h="187311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2985549"/>
                  </a:ext>
                </a:extLst>
              </a:tr>
              <a:tr h="187311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5554844"/>
                  </a:ext>
                </a:extLst>
              </a:tr>
            </a:tbl>
          </a:graphicData>
        </a:graphic>
      </p:graphicFrame>
      <p:pic>
        <p:nvPicPr>
          <p:cNvPr id="4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85008644-DBB8-2553-A754-78210B0FE8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174" t="21083" r="7568" b="12478"/>
          <a:stretch>
            <a:fillRect/>
          </a:stretch>
        </p:blipFill>
        <p:spPr>
          <a:xfrm rot="5400013">
            <a:off x="5382148" y="270644"/>
            <a:ext cx="1168584" cy="147342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40223568-5BE4-227A-6D2F-740AD8070F9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3309" t="28700" r="6007" b="10696"/>
          <a:stretch>
            <a:fillRect/>
          </a:stretch>
        </p:blipFill>
        <p:spPr>
          <a:xfrm rot="5400013">
            <a:off x="1929329" y="381040"/>
            <a:ext cx="1400961" cy="14755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1FC9A8E6-D1F2-E7D6-1D4B-67DD455461C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53" t="14830" r="65574" b="47243"/>
          <a:stretch>
            <a:fillRect/>
          </a:stretch>
        </p:blipFill>
        <p:spPr>
          <a:xfrm rot="5400013">
            <a:off x="1861421" y="2126708"/>
            <a:ext cx="1536777" cy="14755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Imagen 21">
            <a:extLst>
              <a:ext uri="{FF2B5EF4-FFF2-40B4-BE49-F238E27FC236}">
                <a16:creationId xmlns:a16="http://schemas.microsoft.com/office/drawing/2014/main" id="{CB57BB3F-10B6-99D1-E716-07842F57D23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427" t="21568" r="45264" b="27626"/>
          <a:stretch>
            <a:fillRect/>
          </a:stretch>
        </p:blipFill>
        <p:spPr>
          <a:xfrm rot="5400013">
            <a:off x="9084403" y="4768"/>
            <a:ext cx="677131" cy="66759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Imagen 22">
            <a:extLst>
              <a:ext uri="{FF2B5EF4-FFF2-40B4-BE49-F238E27FC236}">
                <a16:creationId xmlns:a16="http://schemas.microsoft.com/office/drawing/2014/main" id="{C70485F8-EBC7-83B1-DA18-B7FC10AE7A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344" t="40393" r="19049" b="27625"/>
          <a:stretch>
            <a:fillRect/>
          </a:stretch>
        </p:blipFill>
        <p:spPr>
          <a:xfrm rot="5400013">
            <a:off x="8901876" y="6854360"/>
            <a:ext cx="1015541" cy="69425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1108769B-48AC-A9E7-37BB-09A5E9BF88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507" t="17045" r="11444" b="2647"/>
          <a:stretch>
            <a:fillRect/>
          </a:stretch>
        </p:blipFill>
        <p:spPr>
          <a:xfrm rot="2190807">
            <a:off x="5484302" y="5716730"/>
            <a:ext cx="723464" cy="178135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563970EB-21CB-DFCD-0C46-50F6E862C7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174" t="21083" r="7568" b="12478"/>
          <a:stretch>
            <a:fillRect/>
          </a:stretch>
        </p:blipFill>
        <p:spPr>
          <a:xfrm rot="5400013">
            <a:off x="5345719" y="3876124"/>
            <a:ext cx="1168584" cy="147342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FB8093E3-B154-68AD-2381-C5DF06114D5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3309" t="28700" r="6007" b="10696"/>
          <a:stretch>
            <a:fillRect/>
          </a:stretch>
        </p:blipFill>
        <p:spPr>
          <a:xfrm rot="5400013">
            <a:off x="1929329" y="4105373"/>
            <a:ext cx="1400961" cy="14755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B2CA6DED-E954-85AD-FD7C-A169AAAF0CE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53" t="14830" r="65574" b="47243"/>
          <a:stretch>
            <a:fillRect/>
          </a:stretch>
        </p:blipFill>
        <p:spPr>
          <a:xfrm rot="5400013">
            <a:off x="1861421" y="5851050"/>
            <a:ext cx="1536777" cy="14755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Imagen 19">
            <a:extLst>
              <a:ext uri="{FF2B5EF4-FFF2-40B4-BE49-F238E27FC236}">
                <a16:creationId xmlns:a16="http://schemas.microsoft.com/office/drawing/2014/main" id="{01AE25F5-B9D2-CFB8-114C-013D6D95A0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533" t="41215" r="39578" b="4472"/>
          <a:stretch>
            <a:fillRect/>
          </a:stretch>
        </p:blipFill>
        <p:spPr>
          <a:xfrm rot="10799991">
            <a:off x="6949257" y="141549"/>
            <a:ext cx="1774603" cy="763402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829D6699-ED4D-CCF2-BAE4-6EF8A8D3D8D6}"/>
              </a:ext>
            </a:extLst>
          </p:cNvPr>
          <p:cNvSpPr txBox="1"/>
          <p:nvPr/>
        </p:nvSpPr>
        <p:spPr>
          <a:xfrm rot="5400000">
            <a:off x="7741908" y="3430926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Luciana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upo 4">
            <a:extLst>
              <a:ext uri="{FF2B5EF4-FFF2-40B4-BE49-F238E27FC236}">
                <a16:creationId xmlns:a16="http://schemas.microsoft.com/office/drawing/2014/main" id="{BEC63B93-9821-7E10-D25E-4EDE28AC4672}"/>
              </a:ext>
            </a:extLst>
          </p:cNvPr>
          <p:cNvGrpSpPr/>
          <p:nvPr/>
        </p:nvGrpSpPr>
        <p:grpSpPr>
          <a:xfrm>
            <a:off x="3419966" y="5453739"/>
            <a:ext cx="5410533" cy="2066077"/>
            <a:chOff x="3419966" y="5453739"/>
            <a:chExt cx="5410533" cy="2066077"/>
          </a:xfrm>
        </p:grpSpPr>
        <p:pic>
          <p:nvPicPr>
            <p:cNvPr id="3" name="Picture 2" descr="Trace And Color Carrot Vector Art, Icons, and Graphics for Free Download">
              <a:extLst>
                <a:ext uri="{FF2B5EF4-FFF2-40B4-BE49-F238E27FC236}">
                  <a16:creationId xmlns:a16="http://schemas.microsoft.com/office/drawing/2014/main" id="{32EA6308-C277-6DB4-93B9-CC396EB68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7990" t="14134" r="58961" b="5558"/>
            <a:stretch>
              <a:fillRect/>
            </a:stretch>
          </p:blipFill>
          <p:spPr>
            <a:xfrm rot="7919709">
              <a:off x="7483054" y="5498924"/>
              <a:ext cx="838038" cy="1856853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4" name="Picture 4" descr="lindo pez tropical - una imagen para colorear. peces ...">
              <a:extLst>
                <a:ext uri="{FF2B5EF4-FFF2-40B4-BE49-F238E27FC236}">
                  <a16:creationId xmlns:a16="http://schemas.microsoft.com/office/drawing/2014/main" id="{F16E6607-F0EC-EC27-9C78-66541D0672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26" t="8253" r="1720" b="9685"/>
            <a:stretch>
              <a:fillRect/>
            </a:stretch>
          </p:blipFill>
          <p:spPr>
            <a:xfrm rot="7502607">
              <a:off x="3234869" y="6054756"/>
              <a:ext cx="2066077" cy="864043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5" name="Rectángulo 6">
              <a:extLst>
                <a:ext uri="{FF2B5EF4-FFF2-40B4-BE49-F238E27FC236}">
                  <a16:creationId xmlns:a16="http://schemas.microsoft.com/office/drawing/2014/main" id="{55A23C88-8F77-0638-8ABA-CBCB6F08D9B4}"/>
                </a:ext>
              </a:extLst>
            </p:cNvPr>
            <p:cNvSpPr/>
            <p:nvPr/>
          </p:nvSpPr>
          <p:spPr>
            <a:xfrm rot="5400013">
              <a:off x="7002264" y="5650050"/>
              <a:ext cx="1907036" cy="1695882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custDash>
                <a:ds d="300000" sp="3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CO" sz="1767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6" name="Rectángulo 8">
              <a:extLst>
                <a:ext uri="{FF2B5EF4-FFF2-40B4-BE49-F238E27FC236}">
                  <a16:creationId xmlns:a16="http://schemas.microsoft.com/office/drawing/2014/main" id="{2E2233E7-F816-4664-5EAD-95AA31A23211}"/>
                </a:ext>
              </a:extLst>
            </p:cNvPr>
            <p:cNvSpPr/>
            <p:nvPr/>
          </p:nvSpPr>
          <p:spPr>
            <a:xfrm rot="5400013">
              <a:off x="5158322" y="5650050"/>
              <a:ext cx="1907036" cy="1695882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custDash>
                <a:ds d="300000" sp="3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CO" sz="1767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7" name="Rectángulo 10">
              <a:extLst>
                <a:ext uri="{FF2B5EF4-FFF2-40B4-BE49-F238E27FC236}">
                  <a16:creationId xmlns:a16="http://schemas.microsoft.com/office/drawing/2014/main" id="{ACD9B484-84CC-65E1-5F0D-41A1E911CD9E}"/>
                </a:ext>
              </a:extLst>
            </p:cNvPr>
            <p:cNvSpPr/>
            <p:nvPr/>
          </p:nvSpPr>
          <p:spPr>
            <a:xfrm rot="5400013">
              <a:off x="3314389" y="5650050"/>
              <a:ext cx="1907036" cy="1695882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custDash>
                <a:ds d="300000" sp="3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CO" sz="1767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pic>
          <p:nvPicPr>
            <p:cNvPr id="8" name="Picture 2" descr="Comida de perro - Iconos gratis de animales">
              <a:extLst>
                <a:ext uri="{FF2B5EF4-FFF2-40B4-BE49-F238E27FC236}">
                  <a16:creationId xmlns:a16="http://schemas.microsoft.com/office/drawing/2014/main" id="{E30AD988-F14F-A8A0-16BC-873E6FA60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>
            <a:xfrm rot="5400013">
              <a:off x="5169542" y="5638830"/>
              <a:ext cx="1884596" cy="1695882"/>
            </a:xfrm>
            <a:prstGeom prst="rect">
              <a:avLst/>
            </a:prstGeom>
            <a:noFill/>
            <a:ln cap="flat">
              <a:noFill/>
            </a:ln>
          </p:spPr>
        </p:pic>
      </p:grpSp>
      <p:grpSp>
        <p:nvGrpSpPr>
          <p:cNvPr id="9" name="Grupo 2">
            <a:extLst>
              <a:ext uri="{FF2B5EF4-FFF2-40B4-BE49-F238E27FC236}">
                <a16:creationId xmlns:a16="http://schemas.microsoft.com/office/drawing/2014/main" id="{FD8078FF-E68D-12AB-4AD9-D2801CA95B57}"/>
              </a:ext>
            </a:extLst>
          </p:cNvPr>
          <p:cNvGrpSpPr/>
          <p:nvPr/>
        </p:nvGrpSpPr>
        <p:grpSpPr>
          <a:xfrm>
            <a:off x="3477135" y="194967"/>
            <a:ext cx="5443267" cy="1865193"/>
            <a:chOff x="3477135" y="194967"/>
            <a:chExt cx="5443267" cy="1865193"/>
          </a:xfrm>
        </p:grpSpPr>
        <p:pic>
          <p:nvPicPr>
            <p:cNvPr id="10" name="Picture 4" descr="Trace and color cute Easter bunny. Worksheet for children. 5494411 Vector  Art at Vecteezy">
              <a:extLst>
                <a:ext uri="{FF2B5EF4-FFF2-40B4-BE49-F238E27FC236}">
                  <a16:creationId xmlns:a16="http://schemas.microsoft.com/office/drawing/2014/main" id="{0EE674E8-C54F-6CB1-E7CA-F57CFA10803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7700" t="21933" r="55042" b="11628"/>
            <a:stretch>
              <a:fillRect/>
            </a:stretch>
          </p:blipFill>
          <p:spPr>
            <a:xfrm rot="5400013">
              <a:off x="3713666" y="329709"/>
              <a:ext cx="1360490" cy="1595701"/>
            </a:xfrm>
            <a:prstGeom prst="rect">
              <a:avLst/>
            </a:prstGeom>
            <a:noFill/>
            <a:ln cap="flat">
              <a:noFill/>
            </a:ln>
          </p:spPr>
        </p:pic>
        <p:grpSp>
          <p:nvGrpSpPr>
            <p:cNvPr id="11" name="Grupo 1">
              <a:extLst>
                <a:ext uri="{FF2B5EF4-FFF2-40B4-BE49-F238E27FC236}">
                  <a16:creationId xmlns:a16="http://schemas.microsoft.com/office/drawing/2014/main" id="{D81849FF-443F-A9F1-439F-D008747BC664}"/>
                </a:ext>
              </a:extLst>
            </p:cNvPr>
            <p:cNvGrpSpPr/>
            <p:nvPr/>
          </p:nvGrpSpPr>
          <p:grpSpPr>
            <a:xfrm>
              <a:off x="3477135" y="194967"/>
              <a:ext cx="5443267" cy="1865193"/>
              <a:chOff x="3477135" y="194967"/>
              <a:chExt cx="5443267" cy="1865193"/>
            </a:xfrm>
          </p:grpSpPr>
          <p:sp>
            <p:nvSpPr>
              <p:cNvPr id="12" name="Rectángulo 5">
                <a:extLst>
                  <a:ext uri="{FF2B5EF4-FFF2-40B4-BE49-F238E27FC236}">
                    <a16:creationId xmlns:a16="http://schemas.microsoft.com/office/drawing/2014/main" id="{F6A1C6D5-A993-4908-1563-C9CCFEC77EAF}"/>
                  </a:ext>
                </a:extLst>
              </p:cNvPr>
              <p:cNvSpPr/>
              <p:nvPr/>
            </p:nvSpPr>
            <p:spPr>
              <a:xfrm rot="5400013">
                <a:off x="7130491" y="270250"/>
                <a:ext cx="1865193" cy="1714628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custDash>
                  <a:ds d="300000" sp="3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s-CO" sz="1767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endParaRPr>
              </a:p>
            </p:txBody>
          </p:sp>
          <p:sp>
            <p:nvSpPr>
              <p:cNvPr id="13" name="Rectángulo 7">
                <a:extLst>
                  <a:ext uri="{FF2B5EF4-FFF2-40B4-BE49-F238E27FC236}">
                    <a16:creationId xmlns:a16="http://schemas.microsoft.com/office/drawing/2014/main" id="{03796286-B5C3-2967-C6F8-0137683BE087}"/>
                  </a:ext>
                </a:extLst>
              </p:cNvPr>
              <p:cNvSpPr/>
              <p:nvPr/>
            </p:nvSpPr>
            <p:spPr>
              <a:xfrm rot="5400013">
                <a:off x="5266176" y="270250"/>
                <a:ext cx="1865193" cy="1714628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custDash>
                  <a:ds d="300000" sp="3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s-CO" sz="1767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endParaRPr>
              </a:p>
            </p:txBody>
          </p:sp>
          <p:sp>
            <p:nvSpPr>
              <p:cNvPr id="14" name="Rectángulo 9">
                <a:extLst>
                  <a:ext uri="{FF2B5EF4-FFF2-40B4-BE49-F238E27FC236}">
                    <a16:creationId xmlns:a16="http://schemas.microsoft.com/office/drawing/2014/main" id="{00251954-9E80-AD83-A1C6-EB8930D22A52}"/>
                  </a:ext>
                </a:extLst>
              </p:cNvPr>
              <p:cNvSpPr/>
              <p:nvPr/>
            </p:nvSpPr>
            <p:spPr>
              <a:xfrm rot="5400013">
                <a:off x="3401852" y="270250"/>
                <a:ext cx="1865193" cy="1714628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custDash>
                  <a:ds d="300000" sp="3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s-CO" sz="1767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endParaRPr>
              </a:p>
            </p:txBody>
          </p:sp>
          <p:pic>
            <p:nvPicPr>
              <p:cNvPr id="15" name="Picture 4" descr="Little puppy trace and color picture children Vector Image">
                <a:extLst>
                  <a:ext uri="{FF2B5EF4-FFF2-40B4-BE49-F238E27FC236}">
                    <a16:creationId xmlns:a16="http://schemas.microsoft.com/office/drawing/2014/main" id="{CC58AEA8-33F0-4EE2-78F8-43A2199614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51899" t="29896" r="8802" b="27067"/>
              <a:stretch>
                <a:fillRect/>
              </a:stretch>
            </p:blipFill>
            <p:spPr>
              <a:xfrm rot="5400013">
                <a:off x="7091387" y="370584"/>
                <a:ext cx="1771247" cy="1420017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6" name="Picture 6" descr="Trace and color cute gray cat. Worksheet for children. 10226176 Vector Art  at Vecteezy">
                <a:extLst>
                  <a:ext uri="{FF2B5EF4-FFF2-40B4-BE49-F238E27FC236}">
                    <a16:creationId xmlns:a16="http://schemas.microsoft.com/office/drawing/2014/main" id="{84EC1F82-FFA5-053C-1FD8-5CADBDCC2C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260" t="27917" r="53056" b="11479"/>
              <a:stretch>
                <a:fillRect/>
              </a:stretch>
            </p:blipFill>
            <p:spPr>
              <a:xfrm rot="5400013">
                <a:off x="5392348" y="337464"/>
                <a:ext cx="1612837" cy="1580202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</p:grpSp>
      <p:pic>
        <p:nvPicPr>
          <p:cNvPr id="17" name="Picture 2" descr="Premium Vector | Cut and glue game for kids with cute horse. cutting  practice for preschoolers.">
            <a:extLst>
              <a:ext uri="{FF2B5EF4-FFF2-40B4-BE49-F238E27FC236}">
                <a16:creationId xmlns:a16="http://schemas.microsoft.com/office/drawing/2014/main" id="{78FB4632-60A1-6B8F-0199-CDEB9DB208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72" t="9359" r="13304" b="48468"/>
          <a:stretch>
            <a:fillRect/>
          </a:stretch>
        </p:blipFill>
        <p:spPr>
          <a:xfrm rot="5400013">
            <a:off x="-1979695" y="2208751"/>
            <a:ext cx="7454435" cy="322595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8" name="Imagen 19">
            <a:extLst>
              <a:ext uri="{FF2B5EF4-FFF2-40B4-BE49-F238E27FC236}">
                <a16:creationId xmlns:a16="http://schemas.microsoft.com/office/drawing/2014/main" id="{1C7AEFB9-7149-BADC-A60B-3A2CAC4184F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5427" t="21568" r="45264" b="27626"/>
          <a:stretch>
            <a:fillRect/>
          </a:stretch>
        </p:blipFill>
        <p:spPr>
          <a:xfrm rot="5400013">
            <a:off x="8988857" y="99281"/>
            <a:ext cx="677131" cy="66759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9" name="Imagen 20">
            <a:extLst>
              <a:ext uri="{FF2B5EF4-FFF2-40B4-BE49-F238E27FC236}">
                <a16:creationId xmlns:a16="http://schemas.microsoft.com/office/drawing/2014/main" id="{3CA18F39-283F-6ED3-7EED-B80EDDCB9CB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4344" t="40393" r="19049" b="27625"/>
          <a:stretch>
            <a:fillRect/>
          </a:stretch>
        </p:blipFill>
        <p:spPr>
          <a:xfrm rot="5400013">
            <a:off x="8842856" y="6869681"/>
            <a:ext cx="1069271" cy="73098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3181AED3-3799-85EF-DA7E-61E2EB878D10}"/>
              </a:ext>
            </a:extLst>
          </p:cNvPr>
          <p:cNvSpPr txBox="1"/>
          <p:nvPr/>
        </p:nvSpPr>
        <p:spPr>
          <a:xfrm rot="5400000">
            <a:off x="7741908" y="3430926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Luciana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0E880809-BDC0-5A02-26AD-6471CC1107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290" t="31788" r="51099" b="13207"/>
          <a:stretch>
            <a:fillRect/>
          </a:stretch>
        </p:blipFill>
        <p:spPr>
          <a:xfrm rot="5400013">
            <a:off x="5385843" y="346877"/>
            <a:ext cx="1441487" cy="125668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Rectángulo 4">
            <a:extLst>
              <a:ext uri="{FF2B5EF4-FFF2-40B4-BE49-F238E27FC236}">
                <a16:creationId xmlns:a16="http://schemas.microsoft.com/office/drawing/2014/main" id="{733B1E95-3EBC-3FE8-7F0C-492271F50472}"/>
              </a:ext>
            </a:extLst>
          </p:cNvPr>
          <p:cNvSpPr/>
          <p:nvPr/>
        </p:nvSpPr>
        <p:spPr>
          <a:xfrm rot="5400013">
            <a:off x="7246112" y="135381"/>
            <a:ext cx="1423985" cy="1630375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7030A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Rectángulo 5">
            <a:extLst>
              <a:ext uri="{FF2B5EF4-FFF2-40B4-BE49-F238E27FC236}">
                <a16:creationId xmlns:a16="http://schemas.microsoft.com/office/drawing/2014/main" id="{76FF864B-E426-5125-C0D2-9F5F8D396D7E}"/>
              </a:ext>
            </a:extLst>
          </p:cNvPr>
          <p:cNvSpPr/>
          <p:nvPr/>
        </p:nvSpPr>
        <p:spPr>
          <a:xfrm rot="5400013">
            <a:off x="5427037" y="150317"/>
            <a:ext cx="1408084" cy="1616421"/>
          </a:xfrm>
          <a:prstGeom prst="rect">
            <a:avLst/>
          </a:prstGeom>
          <a:noFill/>
          <a:ln w="38103" cap="flat">
            <a:solidFill>
              <a:srgbClr val="00B0F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Rectángulo 6">
            <a:extLst>
              <a:ext uri="{FF2B5EF4-FFF2-40B4-BE49-F238E27FC236}">
                <a16:creationId xmlns:a16="http://schemas.microsoft.com/office/drawing/2014/main" id="{38060F9B-7209-0945-A7C8-50D2BD10F9CF}"/>
              </a:ext>
            </a:extLst>
          </p:cNvPr>
          <p:cNvSpPr/>
          <p:nvPr/>
        </p:nvSpPr>
        <p:spPr>
          <a:xfrm rot="5400013">
            <a:off x="3635673" y="107651"/>
            <a:ext cx="1336724" cy="1630375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FF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Rectángulo 7">
            <a:extLst>
              <a:ext uri="{FF2B5EF4-FFF2-40B4-BE49-F238E27FC236}">
                <a16:creationId xmlns:a16="http://schemas.microsoft.com/office/drawing/2014/main" id="{158416AA-DD09-A6CB-D717-97A2A286D3CB}"/>
              </a:ext>
            </a:extLst>
          </p:cNvPr>
          <p:cNvSpPr/>
          <p:nvPr/>
        </p:nvSpPr>
        <p:spPr>
          <a:xfrm rot="5400013">
            <a:off x="7483495" y="6204771"/>
            <a:ext cx="1245778" cy="1544878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B0F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7" name="Picture 2" descr="Página para colorear de estanque » Descarga gratuita » Artus Art">
            <a:extLst>
              <a:ext uri="{FF2B5EF4-FFF2-40B4-BE49-F238E27FC236}">
                <a16:creationId xmlns:a16="http://schemas.microsoft.com/office/drawing/2014/main" id="{B25BEF3D-C393-20C0-6C9E-42DA832172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5400013">
            <a:off x="7520071" y="6283766"/>
            <a:ext cx="1119563" cy="13868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Rectángulo 13">
            <a:extLst>
              <a:ext uri="{FF2B5EF4-FFF2-40B4-BE49-F238E27FC236}">
                <a16:creationId xmlns:a16="http://schemas.microsoft.com/office/drawing/2014/main" id="{027B79DE-C912-6F29-2FA1-CA36A7861C3C}"/>
              </a:ext>
            </a:extLst>
          </p:cNvPr>
          <p:cNvSpPr/>
          <p:nvPr/>
        </p:nvSpPr>
        <p:spPr>
          <a:xfrm rot="5400013">
            <a:off x="5800349" y="6194429"/>
            <a:ext cx="1245778" cy="1439357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FF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Rectángulo 14">
            <a:extLst>
              <a:ext uri="{FF2B5EF4-FFF2-40B4-BE49-F238E27FC236}">
                <a16:creationId xmlns:a16="http://schemas.microsoft.com/office/drawing/2014/main" id="{CF39A520-716A-8122-29F4-6DFAA0708B3D}"/>
              </a:ext>
            </a:extLst>
          </p:cNvPr>
          <p:cNvSpPr/>
          <p:nvPr/>
        </p:nvSpPr>
        <p:spPr>
          <a:xfrm rot="5400013">
            <a:off x="4093796" y="6227402"/>
            <a:ext cx="1245778" cy="1470592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7030A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10" name="Picture 4" descr="Granja Para Colorear">
            <a:extLst>
              <a:ext uri="{FF2B5EF4-FFF2-40B4-BE49-F238E27FC236}">
                <a16:creationId xmlns:a16="http://schemas.microsoft.com/office/drawing/2014/main" id="{BF480134-C52F-B9D2-2E02-DE50C7D0656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 rot="5400013">
            <a:off x="5958591" y="6540396"/>
            <a:ext cx="987359" cy="97403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12" descr="Premium Vector | Trace and color for kids horse vector">
            <a:extLst>
              <a:ext uri="{FF2B5EF4-FFF2-40B4-BE49-F238E27FC236}">
                <a16:creationId xmlns:a16="http://schemas.microsoft.com/office/drawing/2014/main" id="{7CA79124-D3A1-4384-832B-E62D291B730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870" t="30198" r="6944" b="5871"/>
          <a:stretch>
            <a:fillRect/>
          </a:stretch>
        </p:blipFill>
        <p:spPr>
          <a:xfrm rot="5400013">
            <a:off x="3845244" y="297372"/>
            <a:ext cx="1178725" cy="125288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Picture 6" descr="Dibujo de Casa de perro para colorear | Dibujos para colorear imprimir  gratis">
            <a:extLst>
              <a:ext uri="{FF2B5EF4-FFF2-40B4-BE49-F238E27FC236}">
                <a16:creationId xmlns:a16="http://schemas.microsoft.com/office/drawing/2014/main" id="{9E6EBA5F-B766-54D0-AB22-FCA057C6DA7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 rot="5400013">
            <a:off x="4171904" y="6458782"/>
            <a:ext cx="1089553" cy="103507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Picture 8" descr="Little puppy trace and color picture children Vector Image">
            <a:extLst>
              <a:ext uri="{FF2B5EF4-FFF2-40B4-BE49-F238E27FC236}">
                <a16:creationId xmlns:a16="http://schemas.microsoft.com/office/drawing/2014/main" id="{E2BD9380-B11D-8DBC-5E3A-6C9B38D523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977" t="31808" r="8751" b="28112"/>
          <a:stretch>
            <a:fillRect/>
          </a:stretch>
        </p:blipFill>
        <p:spPr>
          <a:xfrm rot="5400013">
            <a:off x="7127080" y="444637"/>
            <a:ext cx="1254081" cy="100724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Picture 10" descr="Premium Vector | Cut and glue game for kids cute turkey">
            <a:extLst>
              <a:ext uri="{FF2B5EF4-FFF2-40B4-BE49-F238E27FC236}">
                <a16:creationId xmlns:a16="http://schemas.microsoft.com/office/drawing/2014/main" id="{10F7C227-6CA1-97C9-D930-024C83045B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29" t="9285" r="13151" b="48890"/>
          <a:stretch>
            <a:fillRect/>
          </a:stretch>
        </p:blipFill>
        <p:spPr>
          <a:xfrm rot="5400013">
            <a:off x="-1234633" y="2152616"/>
            <a:ext cx="5818967" cy="341023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Imagen 17">
            <a:extLst>
              <a:ext uri="{FF2B5EF4-FFF2-40B4-BE49-F238E27FC236}">
                <a16:creationId xmlns:a16="http://schemas.microsoft.com/office/drawing/2014/main" id="{223064C5-E4D7-2736-25E3-8A0AF3F1E2D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5427" t="21568" r="45264" b="27626"/>
          <a:stretch>
            <a:fillRect/>
          </a:stretch>
        </p:blipFill>
        <p:spPr>
          <a:xfrm rot="5400013">
            <a:off x="8936905" y="167828"/>
            <a:ext cx="760378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6" name="Imagen 20">
            <a:extLst>
              <a:ext uri="{FF2B5EF4-FFF2-40B4-BE49-F238E27FC236}">
                <a16:creationId xmlns:a16="http://schemas.microsoft.com/office/drawing/2014/main" id="{BF52DD8A-0569-2C6D-1696-2C7144640ED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4364" t="37841" r="19049" b="27625"/>
          <a:stretch>
            <a:fillRect/>
          </a:stretch>
        </p:blipFill>
        <p:spPr>
          <a:xfrm rot="5400013">
            <a:off x="8816818" y="6717886"/>
            <a:ext cx="1014764" cy="74966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C2074C13-3254-C53E-3B4F-A8DBF104AD13}"/>
              </a:ext>
            </a:extLst>
          </p:cNvPr>
          <p:cNvSpPr txBox="1"/>
          <p:nvPr/>
        </p:nvSpPr>
        <p:spPr>
          <a:xfrm rot="5400000">
            <a:off x="7741908" y="3430926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Iker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4" descr="Trace and color cute colorful Easter egg. Worksheet for children. 5360154  Vector Art at Vecteezy">
            <a:extLst>
              <a:ext uri="{FF2B5EF4-FFF2-40B4-BE49-F238E27FC236}">
                <a16:creationId xmlns:a16="http://schemas.microsoft.com/office/drawing/2014/main" id="{94701411-0A8C-6F1A-A9C1-42A097880D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406" t="22205" r="54716" b="14471"/>
          <a:stretch>
            <a:fillRect/>
          </a:stretch>
        </p:blipFill>
        <p:spPr>
          <a:xfrm>
            <a:off x="94960" y="967206"/>
            <a:ext cx="5151574" cy="680836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9838F701-5E60-CCB1-8C7F-18B2D74E1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174" t="21083" r="7568" b="12478"/>
          <a:stretch>
            <a:fillRect/>
          </a:stretch>
        </p:blipFill>
        <p:spPr>
          <a:xfrm>
            <a:off x="5297914" y="603997"/>
            <a:ext cx="1168584" cy="147342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40453EB6-C1FD-142D-FD3B-EFCF3FC3920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309" t="28700" r="6007" b="10696"/>
          <a:stretch>
            <a:fillRect/>
          </a:stretch>
        </p:blipFill>
        <p:spPr>
          <a:xfrm>
            <a:off x="8195355" y="769522"/>
            <a:ext cx="1154814" cy="121631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Rectángulo 6">
            <a:extLst>
              <a:ext uri="{FF2B5EF4-FFF2-40B4-BE49-F238E27FC236}">
                <a16:creationId xmlns:a16="http://schemas.microsoft.com/office/drawing/2014/main" id="{CDF4FE41-C586-7AE9-F0DF-D2150E9CCCE3}"/>
              </a:ext>
            </a:extLst>
          </p:cNvPr>
          <p:cNvSpPr/>
          <p:nvPr/>
        </p:nvSpPr>
        <p:spPr>
          <a:xfrm>
            <a:off x="5328812" y="605479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ángulo 7">
            <a:extLst>
              <a:ext uri="{FF2B5EF4-FFF2-40B4-BE49-F238E27FC236}">
                <a16:creationId xmlns:a16="http://schemas.microsoft.com/office/drawing/2014/main" id="{4D995A05-0488-CC71-6703-5A5D496FCAA3}"/>
              </a:ext>
            </a:extLst>
          </p:cNvPr>
          <p:cNvSpPr/>
          <p:nvPr/>
        </p:nvSpPr>
        <p:spPr>
          <a:xfrm>
            <a:off x="8100843" y="642457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Rectángulo 8">
            <a:extLst>
              <a:ext uri="{FF2B5EF4-FFF2-40B4-BE49-F238E27FC236}">
                <a16:creationId xmlns:a16="http://schemas.microsoft.com/office/drawing/2014/main" id="{3D2764F9-A633-0D6C-A76B-8226BE9FA7F3}"/>
              </a:ext>
            </a:extLst>
          </p:cNvPr>
          <p:cNvSpPr/>
          <p:nvPr/>
        </p:nvSpPr>
        <p:spPr>
          <a:xfrm>
            <a:off x="5328812" y="6153409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8" name="Rectángulo 9">
            <a:extLst>
              <a:ext uri="{FF2B5EF4-FFF2-40B4-BE49-F238E27FC236}">
                <a16:creationId xmlns:a16="http://schemas.microsoft.com/office/drawing/2014/main" id="{50DD9EB0-CD1A-7044-FDA3-E008116B235D}"/>
              </a:ext>
            </a:extLst>
          </p:cNvPr>
          <p:cNvSpPr/>
          <p:nvPr/>
        </p:nvSpPr>
        <p:spPr>
          <a:xfrm>
            <a:off x="8100843" y="6190387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cxnSp>
        <p:nvCxnSpPr>
          <p:cNvPr id="9" name="Conector recto 11">
            <a:extLst>
              <a:ext uri="{FF2B5EF4-FFF2-40B4-BE49-F238E27FC236}">
                <a16:creationId xmlns:a16="http://schemas.microsoft.com/office/drawing/2014/main" id="{299F7BC6-0A6F-B45F-653C-8688340DC212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6000731" y="2075934"/>
            <a:ext cx="0" cy="4077475"/>
          </a:xfrm>
          <a:prstGeom prst="straightConnector1">
            <a:avLst/>
          </a:prstGeom>
          <a:noFill/>
          <a:ln w="38103" cap="flat">
            <a:solidFill>
              <a:srgbClr val="156082"/>
            </a:solidFill>
            <a:custDash>
              <a:ds d="299976" sp="299976"/>
            </a:custDash>
            <a:miter/>
          </a:ln>
        </p:spPr>
      </p:cxnSp>
      <p:cxnSp>
        <p:nvCxnSpPr>
          <p:cNvPr id="10" name="Conector recto 13">
            <a:extLst>
              <a:ext uri="{FF2B5EF4-FFF2-40B4-BE49-F238E27FC236}">
                <a16:creationId xmlns:a16="http://schemas.microsoft.com/office/drawing/2014/main" id="{6D6CC55D-4F90-AAAE-D887-2420199D45F9}"/>
              </a:ext>
            </a:extLst>
          </p:cNvPr>
          <p:cNvCxnSpPr/>
          <p:nvPr/>
        </p:nvCxnSpPr>
        <p:spPr>
          <a:xfrm>
            <a:off x="8846902" y="2112913"/>
            <a:ext cx="0" cy="4077474"/>
          </a:xfrm>
          <a:prstGeom prst="straightConnector1">
            <a:avLst/>
          </a:prstGeom>
          <a:noFill/>
          <a:ln w="38103" cap="flat">
            <a:solidFill>
              <a:srgbClr val="156082"/>
            </a:solidFill>
            <a:custDash>
              <a:ds d="299976" sp="299976"/>
            </a:custDash>
            <a:miter/>
          </a:ln>
        </p:spPr>
      </p:cxnSp>
      <p:pic>
        <p:nvPicPr>
          <p:cNvPr id="11" name="Imagen 14">
            <a:extLst>
              <a:ext uri="{FF2B5EF4-FFF2-40B4-BE49-F238E27FC236}">
                <a16:creationId xmlns:a16="http://schemas.microsoft.com/office/drawing/2014/main" id="{5E3C4FB0-A955-D791-C366-6D0E8F689F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427" t="21568" r="45264" b="27626"/>
          <a:stretch>
            <a:fillRect/>
          </a:stretch>
        </p:blipFill>
        <p:spPr>
          <a:xfrm>
            <a:off x="15197" y="19860"/>
            <a:ext cx="760378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Imagen 15">
            <a:extLst>
              <a:ext uri="{FF2B5EF4-FFF2-40B4-BE49-F238E27FC236}">
                <a16:creationId xmlns:a16="http://schemas.microsoft.com/office/drawing/2014/main" id="{E4F047D7-4672-DE59-E2EF-6BA03B22CB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364" t="37841" r="19049" b="27625"/>
          <a:stretch>
            <a:fillRect/>
          </a:stretch>
        </p:blipFill>
        <p:spPr>
          <a:xfrm>
            <a:off x="4283150" y="6997537"/>
            <a:ext cx="1014764" cy="74966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CDDE214C-C562-F0A8-E356-B2968CB5C379}"/>
              </a:ext>
            </a:extLst>
          </p:cNvPr>
          <p:cNvSpPr txBox="1"/>
          <p:nvPr/>
        </p:nvSpPr>
        <p:spPr>
          <a:xfrm>
            <a:off x="1210663" y="222032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Iker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F25ECFBA-14C9-FDFA-89C0-455686AEE15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2342" t="33957" r="3047" b="11039"/>
          <a:stretch>
            <a:fillRect/>
          </a:stretch>
        </p:blipFill>
        <p:spPr>
          <a:xfrm>
            <a:off x="8146490" y="3365321"/>
            <a:ext cx="1392786" cy="121422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n 3">
            <a:extLst>
              <a:ext uri="{FF2B5EF4-FFF2-40B4-BE49-F238E27FC236}">
                <a16:creationId xmlns:a16="http://schemas.microsoft.com/office/drawing/2014/main" id="{C2CB67F7-6DFF-2BEE-40E2-135CD22CBB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957" t="49868" r="22151" b="10500"/>
          <a:stretch>
            <a:fillRect/>
          </a:stretch>
        </p:blipFill>
        <p:spPr>
          <a:xfrm>
            <a:off x="289279" y="1520628"/>
            <a:ext cx="4710357" cy="560588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2" descr="Duck Coloring Page - Little Bee Family">
            <a:extLst>
              <a:ext uri="{FF2B5EF4-FFF2-40B4-BE49-F238E27FC236}">
                <a16:creationId xmlns:a16="http://schemas.microsoft.com/office/drawing/2014/main" id="{DED132AB-D086-284C-8EA8-D3CDCFAEB91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946" t="10582" r="11755" b="22745"/>
          <a:stretch>
            <a:fillRect/>
          </a:stretch>
        </p:blipFill>
        <p:spPr>
          <a:xfrm>
            <a:off x="0" y="1139808"/>
            <a:ext cx="1197662" cy="133674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2" descr="Duck Coloring Page - Little Bee Family">
            <a:extLst>
              <a:ext uri="{FF2B5EF4-FFF2-40B4-BE49-F238E27FC236}">
                <a16:creationId xmlns:a16="http://schemas.microsoft.com/office/drawing/2014/main" id="{4F1D0B17-E59B-504E-C2C9-6CBA87E0DAD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946" t="10582" r="11755" b="22745"/>
          <a:stretch>
            <a:fillRect/>
          </a:stretch>
        </p:blipFill>
        <p:spPr>
          <a:xfrm>
            <a:off x="4729724" y="6237954"/>
            <a:ext cx="1296143" cy="1446663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6" name="Tabla 8">
            <a:extLst>
              <a:ext uri="{FF2B5EF4-FFF2-40B4-BE49-F238E27FC236}">
                <a16:creationId xmlns:a16="http://schemas.microsoft.com/office/drawing/2014/main" id="{EF7F4782-EBB8-5178-9442-B0363727D75A}"/>
              </a:ext>
            </a:extLst>
          </p:cNvPr>
          <p:cNvGraphicFramePr>
            <a:graphicFrameLocks noGrp="1"/>
          </p:cNvGraphicFramePr>
          <p:nvPr/>
        </p:nvGraphicFramePr>
        <p:xfrm>
          <a:off x="5183980" y="661696"/>
          <a:ext cx="4447932" cy="5320488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482644">
                  <a:extLst>
                    <a:ext uri="{9D8B030D-6E8A-4147-A177-3AD203B41FA5}">
                      <a16:colId xmlns:a16="http://schemas.microsoft.com/office/drawing/2014/main" val="3254176717"/>
                    </a:ext>
                  </a:extLst>
                </a:gridCol>
                <a:gridCol w="1482644">
                  <a:extLst>
                    <a:ext uri="{9D8B030D-6E8A-4147-A177-3AD203B41FA5}">
                      <a16:colId xmlns:a16="http://schemas.microsoft.com/office/drawing/2014/main" val="2862647186"/>
                    </a:ext>
                  </a:extLst>
                </a:gridCol>
                <a:gridCol w="1482644">
                  <a:extLst>
                    <a:ext uri="{9D8B030D-6E8A-4147-A177-3AD203B41FA5}">
                      <a16:colId xmlns:a16="http://schemas.microsoft.com/office/drawing/2014/main" val="2327135914"/>
                    </a:ext>
                  </a:extLst>
                </a:gridCol>
              </a:tblGrid>
              <a:tr h="1330122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2687932"/>
                  </a:ext>
                </a:extLst>
              </a:tr>
              <a:tr h="1330122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575057"/>
                  </a:ext>
                </a:extLst>
              </a:tr>
              <a:tr h="1330122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326139"/>
                  </a:ext>
                </a:extLst>
              </a:tr>
              <a:tr h="1330122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3708307"/>
                  </a:ext>
                </a:extLst>
              </a:tr>
            </a:tbl>
          </a:graphicData>
        </a:graphic>
      </p:graphicFrame>
      <p:pic>
        <p:nvPicPr>
          <p:cNvPr id="7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27A0A278-11CD-2937-5C70-D1AD5689907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2342" t="33957" r="3047" b="11039"/>
          <a:stretch>
            <a:fillRect/>
          </a:stretch>
        </p:blipFill>
        <p:spPr>
          <a:xfrm>
            <a:off x="5209885" y="3424053"/>
            <a:ext cx="1392786" cy="121422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10" descr="Trace and color cute cartoon colorful parrot. Worksheet for children.  36065205 Vector Art at Vecteezy">
            <a:extLst>
              <a:ext uri="{FF2B5EF4-FFF2-40B4-BE49-F238E27FC236}">
                <a16:creationId xmlns:a16="http://schemas.microsoft.com/office/drawing/2014/main" id="{2DAAF059-B533-693A-A95E-9C01AD7B5CF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9649" t="23525" r="7302" b="4836"/>
          <a:stretch>
            <a:fillRect/>
          </a:stretch>
        </p:blipFill>
        <p:spPr>
          <a:xfrm>
            <a:off x="5428856" y="777066"/>
            <a:ext cx="954834" cy="112301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10" descr="Trace and color cute cartoon colorful parrot. Worksheet for children.  36065205 Vector Art at Vecteezy">
            <a:extLst>
              <a:ext uri="{FF2B5EF4-FFF2-40B4-BE49-F238E27FC236}">
                <a16:creationId xmlns:a16="http://schemas.microsoft.com/office/drawing/2014/main" id="{DCDD14EE-2223-CDC8-6EEF-1B03D9EEE6A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9649" t="23525" r="7302" b="4836"/>
          <a:stretch>
            <a:fillRect/>
          </a:stretch>
        </p:blipFill>
        <p:spPr>
          <a:xfrm>
            <a:off x="8458757" y="777066"/>
            <a:ext cx="954834" cy="112301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Picture 4" descr="Trace and color cute pig space worksheet for kids Vector Image">
            <a:extLst>
              <a:ext uri="{FF2B5EF4-FFF2-40B4-BE49-F238E27FC236}">
                <a16:creationId xmlns:a16="http://schemas.microsoft.com/office/drawing/2014/main" id="{CC6C4D71-E439-2BA0-FC77-1100EE27216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2647" t="31222" r="6193" b="19386"/>
          <a:stretch>
            <a:fillRect/>
          </a:stretch>
        </p:blipFill>
        <p:spPr>
          <a:xfrm>
            <a:off x="6823280" y="777066"/>
            <a:ext cx="1141134" cy="10763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B1736F23-079D-A3C1-3CB7-D7800AE4FE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867" t="29465" r="5449" b="9931"/>
          <a:stretch>
            <a:fillRect/>
          </a:stretch>
        </p:blipFill>
        <p:spPr>
          <a:xfrm>
            <a:off x="6863212" y="3398678"/>
            <a:ext cx="1089489" cy="114750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Imagen 15">
            <a:extLst>
              <a:ext uri="{FF2B5EF4-FFF2-40B4-BE49-F238E27FC236}">
                <a16:creationId xmlns:a16="http://schemas.microsoft.com/office/drawing/2014/main" id="{928E3E36-D3D1-6863-0820-F7DD53E2DF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0" y="34335"/>
            <a:ext cx="760378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Imagen 16">
            <a:extLst>
              <a:ext uri="{FF2B5EF4-FFF2-40B4-BE49-F238E27FC236}">
                <a16:creationId xmlns:a16="http://schemas.microsoft.com/office/drawing/2014/main" id="{AD2EBAE4-D81D-C9D8-4355-42BFB4A987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364" t="37841" r="19049" b="27625"/>
          <a:stretch>
            <a:fillRect/>
          </a:stretch>
        </p:blipFill>
        <p:spPr>
          <a:xfrm>
            <a:off x="8742011" y="6934946"/>
            <a:ext cx="1014764" cy="74966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D5F79A67-7A75-DB52-580C-24201521AC2C}"/>
              </a:ext>
            </a:extLst>
          </p:cNvPr>
          <p:cNvSpPr txBox="1"/>
          <p:nvPr/>
        </p:nvSpPr>
        <p:spPr>
          <a:xfrm>
            <a:off x="1226279" y="484782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Iker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upo 2">
            <a:extLst>
              <a:ext uri="{FF2B5EF4-FFF2-40B4-BE49-F238E27FC236}">
                <a16:creationId xmlns:a16="http://schemas.microsoft.com/office/drawing/2014/main" id="{2E911760-4F88-169C-6717-FE0382BB471F}"/>
              </a:ext>
            </a:extLst>
          </p:cNvPr>
          <p:cNvGrpSpPr/>
          <p:nvPr/>
        </p:nvGrpSpPr>
        <p:grpSpPr>
          <a:xfrm>
            <a:off x="3245680" y="6498659"/>
            <a:ext cx="5605555" cy="1161544"/>
            <a:chOff x="3245680" y="6498659"/>
            <a:chExt cx="5605555" cy="1161544"/>
          </a:xfrm>
        </p:grpSpPr>
        <p:grpSp>
          <p:nvGrpSpPr>
            <p:cNvPr id="3" name="Grupo 1">
              <a:extLst>
                <a:ext uri="{FF2B5EF4-FFF2-40B4-BE49-F238E27FC236}">
                  <a16:creationId xmlns:a16="http://schemas.microsoft.com/office/drawing/2014/main" id="{75273349-3C41-A896-7791-9D2C4CD0D2B4}"/>
                </a:ext>
              </a:extLst>
            </p:cNvPr>
            <p:cNvGrpSpPr/>
            <p:nvPr/>
          </p:nvGrpSpPr>
          <p:grpSpPr>
            <a:xfrm>
              <a:off x="3245680" y="6498659"/>
              <a:ext cx="5605555" cy="1161544"/>
              <a:chOff x="3245680" y="6498659"/>
              <a:chExt cx="5605555" cy="1161544"/>
            </a:xfrm>
          </p:grpSpPr>
          <p:sp>
            <p:nvSpPr>
              <p:cNvPr id="4" name="Rectángulo 4">
                <a:extLst>
                  <a:ext uri="{FF2B5EF4-FFF2-40B4-BE49-F238E27FC236}">
                    <a16:creationId xmlns:a16="http://schemas.microsoft.com/office/drawing/2014/main" id="{3CA16807-B501-2235-F4EB-403D87EC30E4}"/>
                  </a:ext>
                </a:extLst>
              </p:cNvPr>
              <p:cNvSpPr/>
              <p:nvPr/>
            </p:nvSpPr>
            <p:spPr>
              <a:xfrm rot="5400013">
                <a:off x="7721206" y="6530174"/>
                <a:ext cx="1161544" cy="1098514"/>
              </a:xfrm>
              <a:prstGeom prst="rect">
                <a:avLst/>
              </a:prstGeom>
              <a:solidFill>
                <a:srgbClr val="FFFFFF"/>
              </a:solidFill>
              <a:ln w="38103" cap="flat">
                <a:solidFill>
                  <a:srgbClr val="042433"/>
                </a:solidFill>
                <a:custDash>
                  <a:ds d="100000" sp="1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749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sp>
            <p:nvSpPr>
              <p:cNvPr id="5" name="Rectángulo 5">
                <a:extLst>
                  <a:ext uri="{FF2B5EF4-FFF2-40B4-BE49-F238E27FC236}">
                    <a16:creationId xmlns:a16="http://schemas.microsoft.com/office/drawing/2014/main" id="{202BFA0B-0228-7FC5-2386-4AC081DC4617}"/>
                  </a:ext>
                </a:extLst>
              </p:cNvPr>
              <p:cNvSpPr/>
              <p:nvPr/>
            </p:nvSpPr>
            <p:spPr>
              <a:xfrm rot="5400013">
                <a:off x="6173347" y="6530174"/>
                <a:ext cx="1161544" cy="1098514"/>
              </a:xfrm>
              <a:prstGeom prst="rect">
                <a:avLst/>
              </a:prstGeom>
              <a:solidFill>
                <a:srgbClr val="FFFFFF"/>
              </a:solidFill>
              <a:ln w="38103" cap="flat">
                <a:solidFill>
                  <a:srgbClr val="042433"/>
                </a:solidFill>
                <a:custDash>
                  <a:ds d="100000" sp="1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749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sp>
            <p:nvSpPr>
              <p:cNvPr id="6" name="Rectángulo 6">
                <a:extLst>
                  <a:ext uri="{FF2B5EF4-FFF2-40B4-BE49-F238E27FC236}">
                    <a16:creationId xmlns:a16="http://schemas.microsoft.com/office/drawing/2014/main" id="{6A2A25D0-C4E4-0B1E-023A-2A85A58B1557}"/>
                  </a:ext>
                </a:extLst>
              </p:cNvPr>
              <p:cNvSpPr/>
              <p:nvPr/>
            </p:nvSpPr>
            <p:spPr>
              <a:xfrm rot="5400013">
                <a:off x="4762025" y="6530174"/>
                <a:ext cx="1161544" cy="1098514"/>
              </a:xfrm>
              <a:prstGeom prst="rect">
                <a:avLst/>
              </a:prstGeom>
              <a:solidFill>
                <a:srgbClr val="FFFFFF"/>
              </a:solidFill>
              <a:ln w="38103" cap="flat">
                <a:solidFill>
                  <a:srgbClr val="042433"/>
                </a:solidFill>
                <a:custDash>
                  <a:ds d="100000" sp="1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749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sp>
            <p:nvSpPr>
              <p:cNvPr id="7" name="Rectángulo 7">
                <a:extLst>
                  <a:ext uri="{FF2B5EF4-FFF2-40B4-BE49-F238E27FC236}">
                    <a16:creationId xmlns:a16="http://schemas.microsoft.com/office/drawing/2014/main" id="{550EB067-6F9A-7A4E-76F1-AEB8B4235FB0}"/>
                  </a:ext>
                </a:extLst>
              </p:cNvPr>
              <p:cNvSpPr/>
              <p:nvPr/>
            </p:nvSpPr>
            <p:spPr>
              <a:xfrm rot="5400013">
                <a:off x="3214165" y="6530174"/>
                <a:ext cx="1161544" cy="1098514"/>
              </a:xfrm>
              <a:prstGeom prst="rect">
                <a:avLst/>
              </a:prstGeom>
              <a:solidFill>
                <a:srgbClr val="FFFFFF"/>
              </a:solidFill>
              <a:ln w="38103" cap="flat">
                <a:solidFill>
                  <a:srgbClr val="042433"/>
                </a:solidFill>
                <a:custDash>
                  <a:ds d="100000" sp="1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749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pic>
            <p:nvPicPr>
              <p:cNvPr id="8" name="Picture 2" descr="Trace and color cute pig space worksheet for kids Vector Image">
                <a:extLst>
                  <a:ext uri="{FF2B5EF4-FFF2-40B4-BE49-F238E27FC236}">
                    <a16:creationId xmlns:a16="http://schemas.microsoft.com/office/drawing/2014/main" id="{7B4F8B29-A201-8CF7-A9A9-DE18178711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52879" t="31893" r="6611" b="19655"/>
              <a:stretch>
                <a:fillRect/>
              </a:stretch>
            </p:blipFill>
            <p:spPr>
              <a:xfrm rot="5400013">
                <a:off x="7796865" y="6606581"/>
                <a:ext cx="984168" cy="925217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9" name="Picture 6" descr="Premium Vector | Trace and color cute easter chicken. worksheet for  children.">
                <a:extLst>
                  <a:ext uri="{FF2B5EF4-FFF2-40B4-BE49-F238E27FC236}">
                    <a16:creationId xmlns:a16="http://schemas.microsoft.com/office/drawing/2014/main" id="{28157888-1C39-4178-E3B5-1AF71D04E1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0014" t="25250" r="7315" b="14654"/>
              <a:stretch>
                <a:fillRect/>
              </a:stretch>
            </p:blipFill>
            <p:spPr>
              <a:xfrm rot="5400013">
                <a:off x="6283619" y="6579895"/>
                <a:ext cx="991959" cy="986381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0" name="Picture 10" descr="Trace and Color Cow | Vector free, Vector art, Cow">
                <a:extLst>
                  <a:ext uri="{FF2B5EF4-FFF2-40B4-BE49-F238E27FC236}">
                    <a16:creationId xmlns:a16="http://schemas.microsoft.com/office/drawing/2014/main" id="{44277E54-29E9-F82A-7142-424E747AE2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l="7987" t="34246" r="60580" b="19686"/>
              <a:stretch>
                <a:fillRect/>
              </a:stretch>
            </p:blipFill>
            <p:spPr>
              <a:xfrm rot="5400013">
                <a:off x="4832823" y="6555206"/>
                <a:ext cx="1042022" cy="970096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  <p:pic>
          <p:nvPicPr>
            <p:cNvPr id="11" name="Picture 14" descr="Premium Vector | Trace and color for kids horse vector">
              <a:extLst>
                <a:ext uri="{FF2B5EF4-FFF2-40B4-BE49-F238E27FC236}">
                  <a16:creationId xmlns:a16="http://schemas.microsoft.com/office/drawing/2014/main" id="{8E258826-17B4-88DE-CB21-033BABCB3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5222" t="6368" r="61242" b="57391"/>
            <a:stretch>
              <a:fillRect/>
            </a:stretch>
          </p:blipFill>
          <p:spPr>
            <a:xfrm rot="5400013">
              <a:off x="3354398" y="6627064"/>
              <a:ext cx="897995" cy="970425"/>
            </a:xfrm>
            <a:prstGeom prst="rect">
              <a:avLst/>
            </a:prstGeom>
            <a:noFill/>
            <a:ln cap="flat">
              <a:noFill/>
            </a:ln>
          </p:spPr>
        </p:pic>
      </p:grpSp>
      <p:grpSp>
        <p:nvGrpSpPr>
          <p:cNvPr id="12" name="Grupo 13">
            <a:extLst>
              <a:ext uri="{FF2B5EF4-FFF2-40B4-BE49-F238E27FC236}">
                <a16:creationId xmlns:a16="http://schemas.microsoft.com/office/drawing/2014/main" id="{FFB6CCE8-CE1B-110E-046B-B0576A3BE1A6}"/>
              </a:ext>
            </a:extLst>
          </p:cNvPr>
          <p:cNvGrpSpPr/>
          <p:nvPr/>
        </p:nvGrpSpPr>
        <p:grpSpPr>
          <a:xfrm>
            <a:off x="3089281" y="111218"/>
            <a:ext cx="5605555" cy="1161544"/>
            <a:chOff x="3089281" y="111218"/>
            <a:chExt cx="5605555" cy="1161544"/>
          </a:xfrm>
        </p:grpSpPr>
        <p:sp>
          <p:nvSpPr>
            <p:cNvPr id="13" name="Rectángulo 8">
              <a:extLst>
                <a:ext uri="{FF2B5EF4-FFF2-40B4-BE49-F238E27FC236}">
                  <a16:creationId xmlns:a16="http://schemas.microsoft.com/office/drawing/2014/main" id="{5B2B0AF1-DE84-1F09-FC92-77632B2789F8}"/>
                </a:ext>
              </a:extLst>
            </p:cNvPr>
            <p:cNvSpPr/>
            <p:nvPr/>
          </p:nvSpPr>
          <p:spPr>
            <a:xfrm rot="5400013">
              <a:off x="7564807" y="142733"/>
              <a:ext cx="1161544" cy="1098514"/>
            </a:xfrm>
            <a:prstGeom prst="rect">
              <a:avLst/>
            </a:prstGeom>
            <a:solidFill>
              <a:srgbClr val="FFFFFF"/>
            </a:solidFill>
            <a:ln w="38103" cap="flat">
              <a:solidFill>
                <a:srgbClr val="042433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14" name="Rectángulo 9">
              <a:extLst>
                <a:ext uri="{FF2B5EF4-FFF2-40B4-BE49-F238E27FC236}">
                  <a16:creationId xmlns:a16="http://schemas.microsoft.com/office/drawing/2014/main" id="{BF85D4E6-57FA-41A5-D8CC-862EAAE58B36}"/>
                </a:ext>
              </a:extLst>
            </p:cNvPr>
            <p:cNvSpPr/>
            <p:nvPr/>
          </p:nvSpPr>
          <p:spPr>
            <a:xfrm rot="5400013">
              <a:off x="6016948" y="142733"/>
              <a:ext cx="1161544" cy="1098514"/>
            </a:xfrm>
            <a:prstGeom prst="rect">
              <a:avLst/>
            </a:prstGeom>
            <a:solidFill>
              <a:srgbClr val="FFFFFF"/>
            </a:solidFill>
            <a:ln w="38103" cap="flat">
              <a:solidFill>
                <a:srgbClr val="042433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15" name="Rectángulo 10">
              <a:extLst>
                <a:ext uri="{FF2B5EF4-FFF2-40B4-BE49-F238E27FC236}">
                  <a16:creationId xmlns:a16="http://schemas.microsoft.com/office/drawing/2014/main" id="{24625F55-0D18-7B4B-5D90-B21975F95697}"/>
                </a:ext>
              </a:extLst>
            </p:cNvPr>
            <p:cNvSpPr/>
            <p:nvPr/>
          </p:nvSpPr>
          <p:spPr>
            <a:xfrm rot="5400013">
              <a:off x="4605626" y="142733"/>
              <a:ext cx="1161544" cy="1098514"/>
            </a:xfrm>
            <a:prstGeom prst="rect">
              <a:avLst/>
            </a:prstGeom>
            <a:solidFill>
              <a:srgbClr val="FFFFFF"/>
            </a:solidFill>
            <a:ln w="38103" cap="flat">
              <a:solidFill>
                <a:srgbClr val="042433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16" name="Rectángulo 11">
              <a:extLst>
                <a:ext uri="{FF2B5EF4-FFF2-40B4-BE49-F238E27FC236}">
                  <a16:creationId xmlns:a16="http://schemas.microsoft.com/office/drawing/2014/main" id="{A82D8E0D-541F-0462-74B2-F00FBCD151BB}"/>
                </a:ext>
              </a:extLst>
            </p:cNvPr>
            <p:cNvSpPr/>
            <p:nvPr/>
          </p:nvSpPr>
          <p:spPr>
            <a:xfrm rot="5400013">
              <a:off x="3057766" y="142733"/>
              <a:ext cx="1161544" cy="1098514"/>
            </a:xfrm>
            <a:prstGeom prst="rect">
              <a:avLst/>
            </a:prstGeom>
            <a:solidFill>
              <a:srgbClr val="FFFFFF"/>
            </a:solidFill>
            <a:ln w="38103" cap="flat">
              <a:solidFill>
                <a:srgbClr val="042433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pic>
          <p:nvPicPr>
            <p:cNvPr id="17" name="Picture 4" descr="Trace and color cute pig space worksheet for kids Vector Image">
              <a:extLst>
                <a:ext uri="{FF2B5EF4-FFF2-40B4-BE49-F238E27FC236}">
                  <a16:creationId xmlns:a16="http://schemas.microsoft.com/office/drawing/2014/main" id="{00BAE55C-90E6-226C-7EDC-3798966FB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5283" t="31222" r="53557" b="19386"/>
            <a:stretch>
              <a:fillRect/>
            </a:stretch>
          </p:blipFill>
          <p:spPr>
            <a:xfrm rot="5400013">
              <a:off x="6104223" y="263896"/>
              <a:ext cx="907761" cy="856189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8" name="Picture 8" descr="Premium Vector | Trace and color cute easter chicken. worksheet for  children.">
              <a:extLst>
                <a:ext uri="{FF2B5EF4-FFF2-40B4-BE49-F238E27FC236}">
                  <a16:creationId xmlns:a16="http://schemas.microsoft.com/office/drawing/2014/main" id="{2A702145-D257-7D66-6849-2B3CD8923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245" t="25250" r="49985" b="14893"/>
            <a:stretch>
              <a:fillRect/>
            </a:stretch>
          </p:blipFill>
          <p:spPr>
            <a:xfrm rot="5400013">
              <a:off x="7647639" y="199934"/>
              <a:ext cx="995900" cy="984123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9" name="Picture 12" descr="Trace and Color Cow | Vector free, Vector art, Cow">
              <a:extLst>
                <a:ext uri="{FF2B5EF4-FFF2-40B4-BE49-F238E27FC236}">
                  <a16:creationId xmlns:a16="http://schemas.microsoft.com/office/drawing/2014/main" id="{3606F27F-4FFF-03B9-4B39-5F5222C8D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40570" t="20255" r="7760" b="4279"/>
            <a:stretch>
              <a:fillRect/>
            </a:stretch>
          </p:blipFill>
          <p:spPr>
            <a:xfrm rot="5400013">
              <a:off x="3099184" y="156921"/>
              <a:ext cx="1078717" cy="987314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20" name="Picture 16" descr="Premium Vector | Trace and color for kids horse vector">
              <a:extLst>
                <a:ext uri="{FF2B5EF4-FFF2-40B4-BE49-F238E27FC236}">
                  <a16:creationId xmlns:a16="http://schemas.microsoft.com/office/drawing/2014/main" id="{582FC2A8-9713-3277-8BC7-53578EB7B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8647" t="5694" r="4787" b="14829"/>
            <a:stretch>
              <a:fillRect/>
            </a:stretch>
          </p:blipFill>
          <p:spPr>
            <a:xfrm rot="5400013">
              <a:off x="4711039" y="239459"/>
              <a:ext cx="972793" cy="970096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21" name="Rectángulo 12">
              <a:extLst>
                <a:ext uri="{FF2B5EF4-FFF2-40B4-BE49-F238E27FC236}">
                  <a16:creationId xmlns:a16="http://schemas.microsoft.com/office/drawing/2014/main" id="{D9265C50-9C1B-676C-606E-B74266DD8807}"/>
                </a:ext>
              </a:extLst>
            </p:cNvPr>
            <p:cNvSpPr/>
            <p:nvPr/>
          </p:nvSpPr>
          <p:spPr>
            <a:xfrm rot="5400013">
              <a:off x="5420238" y="159687"/>
              <a:ext cx="227895" cy="296594"/>
            </a:xfrm>
            <a:prstGeom prst="rect">
              <a:avLst/>
            </a:prstGeom>
            <a:solidFill>
              <a:srgbClr val="FFFFFF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</p:grpSp>
      <p:pic>
        <p:nvPicPr>
          <p:cNvPr id="22" name="Imagen 19">
            <a:extLst>
              <a:ext uri="{FF2B5EF4-FFF2-40B4-BE49-F238E27FC236}">
                <a16:creationId xmlns:a16="http://schemas.microsoft.com/office/drawing/2014/main" id="{19BDA5AC-13AF-E380-19CB-CC5A9B021C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 rot="5400013">
            <a:off x="9002285" y="5358"/>
            <a:ext cx="760378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3" name="Imagen 20">
            <a:extLst>
              <a:ext uri="{FF2B5EF4-FFF2-40B4-BE49-F238E27FC236}">
                <a16:creationId xmlns:a16="http://schemas.microsoft.com/office/drawing/2014/main" id="{43BD391A-BFB6-ED51-B3D4-DBABF26989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364" t="37841" r="19049" b="27625"/>
          <a:stretch>
            <a:fillRect/>
          </a:stretch>
        </p:blipFill>
        <p:spPr>
          <a:xfrm rot="5400013">
            <a:off x="8840419" y="6777989"/>
            <a:ext cx="1014764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4" name="Picture 4" descr="Dot a dot game for preschool kids. Cute horse. 8813605 Vector Art at  Vecteezy">
            <a:extLst>
              <a:ext uri="{FF2B5EF4-FFF2-40B4-BE49-F238E27FC236}">
                <a16:creationId xmlns:a16="http://schemas.microsoft.com/office/drawing/2014/main" id="{E5DA021C-0CFB-F938-F262-CF7D2A65E1E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6923" t="15832" r="18922" b="6387"/>
          <a:stretch>
            <a:fillRect/>
          </a:stretch>
        </p:blipFill>
        <p:spPr>
          <a:xfrm rot="5400013">
            <a:off x="-230378" y="660046"/>
            <a:ext cx="3342003" cy="286579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5" name="Picture 4" descr="Dot a dot game for preschool kids. Cute horse. 8813605 Vector Art at  Vecteezy">
            <a:extLst>
              <a:ext uri="{FF2B5EF4-FFF2-40B4-BE49-F238E27FC236}">
                <a16:creationId xmlns:a16="http://schemas.microsoft.com/office/drawing/2014/main" id="{B3BB2F92-CF2C-9758-6F55-1ACE27E4DDE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6923" t="15832" r="18922" b="6387"/>
          <a:stretch>
            <a:fillRect/>
          </a:stretch>
        </p:blipFill>
        <p:spPr>
          <a:xfrm rot="5400013">
            <a:off x="-177234" y="4556305"/>
            <a:ext cx="3342003" cy="286579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293F0464-BA3D-151E-2BA3-473401391AD1}"/>
              </a:ext>
            </a:extLst>
          </p:cNvPr>
          <p:cNvSpPr txBox="1"/>
          <p:nvPr/>
        </p:nvSpPr>
        <p:spPr>
          <a:xfrm rot="5400000">
            <a:off x="7714319" y="3379742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Iker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A9CA463E-52A7-8CB5-4694-DB88F017BB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60" t="27917" r="53056" b="11479"/>
          <a:stretch>
            <a:fillRect/>
          </a:stretch>
        </p:blipFill>
        <p:spPr>
          <a:xfrm>
            <a:off x="5208715" y="4433852"/>
            <a:ext cx="3552965" cy="304324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8" descr="Coloring Pages for Kids: Rabbit Vector">
            <a:extLst>
              <a:ext uri="{FF2B5EF4-FFF2-40B4-BE49-F238E27FC236}">
                <a16:creationId xmlns:a16="http://schemas.microsoft.com/office/drawing/2014/main" id="{999BA8F4-97FA-4138-BA65-C02E66F5CF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117" t="21329" r="10645" b="8530"/>
          <a:stretch>
            <a:fillRect/>
          </a:stretch>
        </p:blipFill>
        <p:spPr>
          <a:xfrm>
            <a:off x="5874325" y="1181660"/>
            <a:ext cx="2221763" cy="312691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4" descr="Little puppy trace and color picture children Vector Image">
            <a:extLst>
              <a:ext uri="{FF2B5EF4-FFF2-40B4-BE49-F238E27FC236}">
                <a16:creationId xmlns:a16="http://schemas.microsoft.com/office/drawing/2014/main" id="{59F22767-2423-CA55-D650-DD449AC71F6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1899" t="29896" r="8802" b="27067"/>
          <a:stretch>
            <a:fillRect/>
          </a:stretch>
        </p:blipFill>
        <p:spPr>
          <a:xfrm>
            <a:off x="431578" y="4404390"/>
            <a:ext cx="3527928" cy="304051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2" descr="Trace And Color Duck Vector Art, Icons, and Graphics for Free Download">
            <a:extLst>
              <a:ext uri="{FF2B5EF4-FFF2-40B4-BE49-F238E27FC236}">
                <a16:creationId xmlns:a16="http://schemas.microsoft.com/office/drawing/2014/main" id="{0693082A-68A0-E38F-BCA6-3E74BFD176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86" t="34081" r="51281" b="13901"/>
          <a:stretch>
            <a:fillRect/>
          </a:stretch>
        </p:blipFill>
        <p:spPr>
          <a:xfrm>
            <a:off x="625166" y="1254300"/>
            <a:ext cx="3359377" cy="2952176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6" name="Tabla 4">
            <a:extLst>
              <a:ext uri="{FF2B5EF4-FFF2-40B4-BE49-F238E27FC236}">
                <a16:creationId xmlns:a16="http://schemas.microsoft.com/office/drawing/2014/main" id="{47A713CB-2023-0CC3-38E7-2FB9572D0BD7}"/>
              </a:ext>
            </a:extLst>
          </p:cNvPr>
          <p:cNvGraphicFramePr>
            <a:graphicFrameLocks noGrp="1"/>
          </p:cNvGraphicFramePr>
          <p:nvPr/>
        </p:nvGraphicFramePr>
        <p:xfrm>
          <a:off x="111565" y="4404390"/>
          <a:ext cx="4386576" cy="309745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93288">
                  <a:extLst>
                    <a:ext uri="{9D8B030D-6E8A-4147-A177-3AD203B41FA5}">
                      <a16:colId xmlns:a16="http://schemas.microsoft.com/office/drawing/2014/main" val="3521753273"/>
                    </a:ext>
                  </a:extLst>
                </a:gridCol>
                <a:gridCol w="2193288">
                  <a:extLst>
                    <a:ext uri="{9D8B030D-6E8A-4147-A177-3AD203B41FA5}">
                      <a16:colId xmlns:a16="http://schemas.microsoft.com/office/drawing/2014/main" val="3484475377"/>
                    </a:ext>
                  </a:extLst>
                </a:gridCol>
              </a:tblGrid>
              <a:tr h="3097456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886268"/>
                  </a:ext>
                </a:extLst>
              </a:tr>
            </a:tbl>
          </a:graphicData>
        </a:graphic>
      </p:graphicFrame>
      <p:graphicFrame>
        <p:nvGraphicFramePr>
          <p:cNvPr id="7" name="Tabla 5">
            <a:extLst>
              <a:ext uri="{FF2B5EF4-FFF2-40B4-BE49-F238E27FC236}">
                <a16:creationId xmlns:a16="http://schemas.microsoft.com/office/drawing/2014/main" id="{0BAA10D1-DADC-8501-3C96-79E0C8D75EDA}"/>
              </a:ext>
            </a:extLst>
          </p:cNvPr>
          <p:cNvGraphicFramePr>
            <a:graphicFrameLocks noGrp="1"/>
          </p:cNvGraphicFramePr>
          <p:nvPr/>
        </p:nvGraphicFramePr>
        <p:xfrm>
          <a:off x="111565" y="1181660"/>
          <a:ext cx="4386576" cy="309745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93288">
                  <a:extLst>
                    <a:ext uri="{9D8B030D-6E8A-4147-A177-3AD203B41FA5}">
                      <a16:colId xmlns:a16="http://schemas.microsoft.com/office/drawing/2014/main" val="773748229"/>
                    </a:ext>
                  </a:extLst>
                </a:gridCol>
                <a:gridCol w="2193288">
                  <a:extLst>
                    <a:ext uri="{9D8B030D-6E8A-4147-A177-3AD203B41FA5}">
                      <a16:colId xmlns:a16="http://schemas.microsoft.com/office/drawing/2014/main" val="1506032274"/>
                    </a:ext>
                  </a:extLst>
                </a:gridCol>
              </a:tblGrid>
              <a:tr h="3097456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203372"/>
                  </a:ext>
                </a:extLst>
              </a:tr>
            </a:tbl>
          </a:graphicData>
        </a:graphic>
      </p:graphicFrame>
      <p:graphicFrame>
        <p:nvGraphicFramePr>
          <p:cNvPr id="8" name="Tabla 6">
            <a:extLst>
              <a:ext uri="{FF2B5EF4-FFF2-40B4-BE49-F238E27FC236}">
                <a16:creationId xmlns:a16="http://schemas.microsoft.com/office/drawing/2014/main" id="{C0740038-2EDA-3A78-AC15-03AFDA2498D8}"/>
              </a:ext>
            </a:extLst>
          </p:cNvPr>
          <p:cNvGraphicFramePr>
            <a:graphicFrameLocks noGrp="1"/>
          </p:cNvGraphicFramePr>
          <p:nvPr/>
        </p:nvGraphicFramePr>
        <p:xfrm>
          <a:off x="4791913" y="4404390"/>
          <a:ext cx="4386576" cy="309745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93288">
                  <a:extLst>
                    <a:ext uri="{9D8B030D-6E8A-4147-A177-3AD203B41FA5}">
                      <a16:colId xmlns:a16="http://schemas.microsoft.com/office/drawing/2014/main" val="3740697498"/>
                    </a:ext>
                  </a:extLst>
                </a:gridCol>
                <a:gridCol w="2193288">
                  <a:extLst>
                    <a:ext uri="{9D8B030D-6E8A-4147-A177-3AD203B41FA5}">
                      <a16:colId xmlns:a16="http://schemas.microsoft.com/office/drawing/2014/main" val="462737540"/>
                    </a:ext>
                  </a:extLst>
                </a:gridCol>
              </a:tblGrid>
              <a:tr h="3097456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5486262"/>
                  </a:ext>
                </a:extLst>
              </a:tr>
            </a:tbl>
          </a:graphicData>
        </a:graphic>
      </p:graphicFrame>
      <p:graphicFrame>
        <p:nvGraphicFramePr>
          <p:cNvPr id="9" name="Tabla 7">
            <a:extLst>
              <a:ext uri="{FF2B5EF4-FFF2-40B4-BE49-F238E27FC236}">
                <a16:creationId xmlns:a16="http://schemas.microsoft.com/office/drawing/2014/main" id="{59D2304F-EE5E-7303-EE93-695579053A45}"/>
              </a:ext>
            </a:extLst>
          </p:cNvPr>
          <p:cNvGraphicFramePr>
            <a:graphicFrameLocks noGrp="1"/>
          </p:cNvGraphicFramePr>
          <p:nvPr/>
        </p:nvGraphicFramePr>
        <p:xfrm>
          <a:off x="4791913" y="1181660"/>
          <a:ext cx="4386576" cy="309745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93288">
                  <a:extLst>
                    <a:ext uri="{9D8B030D-6E8A-4147-A177-3AD203B41FA5}">
                      <a16:colId xmlns:a16="http://schemas.microsoft.com/office/drawing/2014/main" val="1650597605"/>
                    </a:ext>
                  </a:extLst>
                </a:gridCol>
                <a:gridCol w="2193288">
                  <a:extLst>
                    <a:ext uri="{9D8B030D-6E8A-4147-A177-3AD203B41FA5}">
                      <a16:colId xmlns:a16="http://schemas.microsoft.com/office/drawing/2014/main" val="2419672106"/>
                    </a:ext>
                  </a:extLst>
                </a:gridCol>
              </a:tblGrid>
              <a:tr h="3097456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 dirty="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7787748"/>
                  </a:ext>
                </a:extLst>
              </a:tr>
            </a:tbl>
          </a:graphicData>
        </a:graphic>
      </p:graphicFrame>
      <p:sp>
        <p:nvSpPr>
          <p:cNvPr id="10" name="Rectángulo 14">
            <a:extLst>
              <a:ext uri="{FF2B5EF4-FFF2-40B4-BE49-F238E27FC236}">
                <a16:creationId xmlns:a16="http://schemas.microsoft.com/office/drawing/2014/main" id="{5A35C98D-073B-0F70-A0C0-33F531CE0970}"/>
              </a:ext>
            </a:extLst>
          </p:cNvPr>
          <p:cNvSpPr/>
          <p:nvPr/>
        </p:nvSpPr>
        <p:spPr>
          <a:xfrm>
            <a:off x="216365" y="1254300"/>
            <a:ext cx="2061176" cy="2952176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49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1" name="Rectángulo 15">
            <a:extLst>
              <a:ext uri="{FF2B5EF4-FFF2-40B4-BE49-F238E27FC236}">
                <a16:creationId xmlns:a16="http://schemas.microsoft.com/office/drawing/2014/main" id="{1C1B5619-B869-22E3-65B1-2A16DADC7A4B}"/>
              </a:ext>
            </a:extLst>
          </p:cNvPr>
          <p:cNvSpPr/>
          <p:nvPr/>
        </p:nvSpPr>
        <p:spPr>
          <a:xfrm>
            <a:off x="137809" y="4492721"/>
            <a:ext cx="2139732" cy="2952176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49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2" name="Rectángulo 16">
            <a:extLst>
              <a:ext uri="{FF2B5EF4-FFF2-40B4-BE49-F238E27FC236}">
                <a16:creationId xmlns:a16="http://schemas.microsoft.com/office/drawing/2014/main" id="{A5D0E33B-2C47-322F-201D-B794B1316ED6}"/>
              </a:ext>
            </a:extLst>
          </p:cNvPr>
          <p:cNvSpPr/>
          <p:nvPr/>
        </p:nvSpPr>
        <p:spPr>
          <a:xfrm>
            <a:off x="7026213" y="1225661"/>
            <a:ext cx="2100449" cy="2952176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49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3" name="Rectángulo 17">
            <a:extLst>
              <a:ext uri="{FF2B5EF4-FFF2-40B4-BE49-F238E27FC236}">
                <a16:creationId xmlns:a16="http://schemas.microsoft.com/office/drawing/2014/main" id="{81592640-A001-11B9-F34A-3AE820481A1C}"/>
              </a:ext>
            </a:extLst>
          </p:cNvPr>
          <p:cNvSpPr/>
          <p:nvPr/>
        </p:nvSpPr>
        <p:spPr>
          <a:xfrm>
            <a:off x="7026213" y="4448555"/>
            <a:ext cx="1735467" cy="2952176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49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14" name="Imagen 18">
            <a:extLst>
              <a:ext uri="{FF2B5EF4-FFF2-40B4-BE49-F238E27FC236}">
                <a16:creationId xmlns:a16="http://schemas.microsoft.com/office/drawing/2014/main" id="{30C26428-85F4-0089-07A2-8D40FC8CA8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427" t="21568" r="45264" b="27626"/>
          <a:stretch>
            <a:fillRect/>
          </a:stretch>
        </p:blipFill>
        <p:spPr>
          <a:xfrm>
            <a:off x="0" y="121185"/>
            <a:ext cx="707114" cy="69715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Imagen 19">
            <a:extLst>
              <a:ext uri="{FF2B5EF4-FFF2-40B4-BE49-F238E27FC236}">
                <a16:creationId xmlns:a16="http://schemas.microsoft.com/office/drawing/2014/main" id="{0E8B4E52-7A2E-3A21-0966-C4AEAFD443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364" t="37841" r="19049" b="27625"/>
          <a:stretch>
            <a:fillRect/>
          </a:stretch>
        </p:blipFill>
        <p:spPr>
          <a:xfrm>
            <a:off x="9042803" y="145663"/>
            <a:ext cx="713972" cy="52745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97B15DE2-CD01-99B7-A41D-3BE22543CFEC}"/>
              </a:ext>
            </a:extLst>
          </p:cNvPr>
          <p:cNvSpPr txBox="1"/>
          <p:nvPr/>
        </p:nvSpPr>
        <p:spPr>
          <a:xfrm>
            <a:off x="3649594" y="121185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Iker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E9DEB88B-1038-FDCC-42DB-7537CC3974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60" t="27917" r="53056" b="11479"/>
          <a:stretch>
            <a:fillRect/>
          </a:stretch>
        </p:blipFill>
        <p:spPr>
          <a:xfrm rot="5400013">
            <a:off x="7221579" y="6146090"/>
            <a:ext cx="1316223" cy="15857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Rectángulo 3">
            <a:extLst>
              <a:ext uri="{FF2B5EF4-FFF2-40B4-BE49-F238E27FC236}">
                <a16:creationId xmlns:a16="http://schemas.microsoft.com/office/drawing/2014/main" id="{EE490522-4593-6044-C426-F6E79DA6922A}"/>
              </a:ext>
            </a:extLst>
          </p:cNvPr>
          <p:cNvSpPr/>
          <p:nvPr/>
        </p:nvSpPr>
        <p:spPr>
          <a:xfrm rot="5400013">
            <a:off x="7327868" y="26065"/>
            <a:ext cx="1364659" cy="1846777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Rectángulo 4">
            <a:extLst>
              <a:ext uri="{FF2B5EF4-FFF2-40B4-BE49-F238E27FC236}">
                <a16:creationId xmlns:a16="http://schemas.microsoft.com/office/drawing/2014/main" id="{CA600642-A73B-6829-89CD-38BC22B6EC1E}"/>
              </a:ext>
            </a:extLst>
          </p:cNvPr>
          <p:cNvSpPr/>
          <p:nvPr/>
        </p:nvSpPr>
        <p:spPr>
          <a:xfrm rot="5400013">
            <a:off x="7182278" y="2845507"/>
            <a:ext cx="1483549" cy="1846777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Rectángulo 5">
            <a:extLst>
              <a:ext uri="{FF2B5EF4-FFF2-40B4-BE49-F238E27FC236}">
                <a16:creationId xmlns:a16="http://schemas.microsoft.com/office/drawing/2014/main" id="{93E3163B-68AE-194B-DE0E-0A8CA16D8E72}"/>
              </a:ext>
            </a:extLst>
          </p:cNvPr>
          <p:cNvSpPr/>
          <p:nvPr/>
        </p:nvSpPr>
        <p:spPr>
          <a:xfrm rot="5400013">
            <a:off x="7223179" y="5962157"/>
            <a:ext cx="1483549" cy="1846777"/>
          </a:xfrm>
          <a:prstGeom prst="rect">
            <a:avLst/>
          </a:prstGeom>
          <a:noFill/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6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A63519BE-F68E-BC94-9BCE-21D1F0F90A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0" t="21933" r="55042" b="11628"/>
          <a:stretch>
            <a:fillRect/>
          </a:stretch>
        </p:blipFill>
        <p:spPr>
          <a:xfrm rot="5400013">
            <a:off x="7267331" y="248114"/>
            <a:ext cx="1224015" cy="154332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Picture 4" descr="Little puppy trace and color picture children Vector Image">
            <a:extLst>
              <a:ext uri="{FF2B5EF4-FFF2-40B4-BE49-F238E27FC236}">
                <a16:creationId xmlns:a16="http://schemas.microsoft.com/office/drawing/2014/main" id="{556A3FBC-5B86-A742-C970-76CCC513751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1899" t="29896" r="8802" b="27067"/>
          <a:stretch>
            <a:fillRect/>
          </a:stretch>
        </p:blipFill>
        <p:spPr>
          <a:xfrm rot="5400013">
            <a:off x="7277508" y="3019824"/>
            <a:ext cx="1214807" cy="149353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Rectángulo 14">
            <a:extLst>
              <a:ext uri="{FF2B5EF4-FFF2-40B4-BE49-F238E27FC236}">
                <a16:creationId xmlns:a16="http://schemas.microsoft.com/office/drawing/2014/main" id="{3A5BB978-00C2-0E27-3F9C-8FD7CC2FD00E}"/>
              </a:ext>
            </a:extLst>
          </p:cNvPr>
          <p:cNvSpPr/>
          <p:nvPr/>
        </p:nvSpPr>
        <p:spPr>
          <a:xfrm rot="5400013">
            <a:off x="189377" y="247332"/>
            <a:ext cx="1483549" cy="1544878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Rectángulo 15">
            <a:extLst>
              <a:ext uri="{FF2B5EF4-FFF2-40B4-BE49-F238E27FC236}">
                <a16:creationId xmlns:a16="http://schemas.microsoft.com/office/drawing/2014/main" id="{77CA61A5-9809-2FBD-A484-0422B0D5F0BC}"/>
              </a:ext>
            </a:extLst>
          </p:cNvPr>
          <p:cNvSpPr/>
          <p:nvPr/>
        </p:nvSpPr>
        <p:spPr>
          <a:xfrm rot="5400013">
            <a:off x="167560" y="2859782"/>
            <a:ext cx="1483549" cy="1544878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Rectángulo 16">
            <a:extLst>
              <a:ext uri="{FF2B5EF4-FFF2-40B4-BE49-F238E27FC236}">
                <a16:creationId xmlns:a16="http://schemas.microsoft.com/office/drawing/2014/main" id="{F5A993DF-94FD-B275-DA0D-4200E1E4EE5C}"/>
              </a:ext>
            </a:extLst>
          </p:cNvPr>
          <p:cNvSpPr/>
          <p:nvPr/>
        </p:nvSpPr>
        <p:spPr>
          <a:xfrm rot="5400013">
            <a:off x="167560" y="6001075"/>
            <a:ext cx="1483549" cy="1544878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11" name="Imagen 17">
            <a:extLst>
              <a:ext uri="{FF2B5EF4-FFF2-40B4-BE49-F238E27FC236}">
                <a16:creationId xmlns:a16="http://schemas.microsoft.com/office/drawing/2014/main" id="{D985771A-7F0E-FFB4-5AB1-200C1381EE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587" t="60459" r="39961" b="7763"/>
          <a:stretch>
            <a:fillRect/>
          </a:stretch>
        </p:blipFill>
        <p:spPr>
          <a:xfrm rot="16200004">
            <a:off x="3712472" y="1128489"/>
            <a:ext cx="1214807" cy="527620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Imagen 18">
            <a:extLst>
              <a:ext uri="{FF2B5EF4-FFF2-40B4-BE49-F238E27FC236}">
                <a16:creationId xmlns:a16="http://schemas.microsoft.com/office/drawing/2014/main" id="{20BECF63-8FA3-244E-DFBB-05BA1B7149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857" t="37281" r="55716" b="7946"/>
          <a:stretch>
            <a:fillRect/>
          </a:stretch>
        </p:blipFill>
        <p:spPr>
          <a:xfrm rot="16200004">
            <a:off x="3615335" y="-1623764"/>
            <a:ext cx="1494431" cy="527620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Imagen 19">
            <a:extLst>
              <a:ext uri="{FF2B5EF4-FFF2-40B4-BE49-F238E27FC236}">
                <a16:creationId xmlns:a16="http://schemas.microsoft.com/office/drawing/2014/main" id="{C2F5D120-CF25-F1D3-1225-A245FF0278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857" t="37281" r="55716" b="7946"/>
          <a:stretch>
            <a:fillRect/>
          </a:stretch>
        </p:blipFill>
        <p:spPr>
          <a:xfrm rot="16200004">
            <a:off x="3572670" y="4214917"/>
            <a:ext cx="1494431" cy="509265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Imagen 1">
            <a:extLst>
              <a:ext uri="{FF2B5EF4-FFF2-40B4-BE49-F238E27FC236}">
                <a16:creationId xmlns:a16="http://schemas.microsoft.com/office/drawing/2014/main" id="{43AC9BCB-E290-A5BC-8C37-897A2B4A7A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427" t="21568" r="45264" b="27626"/>
          <a:stretch>
            <a:fillRect/>
          </a:stretch>
        </p:blipFill>
        <p:spPr>
          <a:xfrm rot="5400013">
            <a:off x="8985585" y="98843"/>
            <a:ext cx="707114" cy="69715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Imagen 2">
            <a:extLst>
              <a:ext uri="{FF2B5EF4-FFF2-40B4-BE49-F238E27FC236}">
                <a16:creationId xmlns:a16="http://schemas.microsoft.com/office/drawing/2014/main" id="{85E854AE-A568-128B-8B8B-208243C906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364" t="37841" r="19049" b="27625"/>
          <a:stretch>
            <a:fillRect/>
          </a:stretch>
        </p:blipFill>
        <p:spPr>
          <a:xfrm rot="5400013">
            <a:off x="9078016" y="7060988"/>
            <a:ext cx="713972" cy="52745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6E6B9B42-5948-4CC6-5122-B0169C310C43}"/>
              </a:ext>
            </a:extLst>
          </p:cNvPr>
          <p:cNvSpPr txBox="1"/>
          <p:nvPr/>
        </p:nvSpPr>
        <p:spPr>
          <a:xfrm rot="5400000">
            <a:off x="7796670" y="3309056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Iker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F12D908D-6AF2-BD2D-495B-7DE342D158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507" t="17045" r="11444" b="2647"/>
          <a:stretch>
            <a:fillRect/>
          </a:stretch>
        </p:blipFill>
        <p:spPr>
          <a:xfrm rot="2190807">
            <a:off x="5520732" y="2111260"/>
            <a:ext cx="723464" cy="1781351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3" name="Marcador de contenido 5">
            <a:extLst>
              <a:ext uri="{FF2B5EF4-FFF2-40B4-BE49-F238E27FC236}">
                <a16:creationId xmlns:a16="http://schemas.microsoft.com/office/drawing/2014/main" id="{67F595FC-0DE5-7F2A-C588-89B123D3C05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7857" y="141558"/>
          <a:ext cx="6505296" cy="7492444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626324">
                  <a:extLst>
                    <a:ext uri="{9D8B030D-6E8A-4147-A177-3AD203B41FA5}">
                      <a16:colId xmlns:a16="http://schemas.microsoft.com/office/drawing/2014/main" val="260653462"/>
                    </a:ext>
                  </a:extLst>
                </a:gridCol>
                <a:gridCol w="1626324">
                  <a:extLst>
                    <a:ext uri="{9D8B030D-6E8A-4147-A177-3AD203B41FA5}">
                      <a16:colId xmlns:a16="http://schemas.microsoft.com/office/drawing/2014/main" val="4150225360"/>
                    </a:ext>
                  </a:extLst>
                </a:gridCol>
                <a:gridCol w="1626324">
                  <a:extLst>
                    <a:ext uri="{9D8B030D-6E8A-4147-A177-3AD203B41FA5}">
                      <a16:colId xmlns:a16="http://schemas.microsoft.com/office/drawing/2014/main" val="1926491000"/>
                    </a:ext>
                  </a:extLst>
                </a:gridCol>
                <a:gridCol w="1626324">
                  <a:extLst>
                    <a:ext uri="{9D8B030D-6E8A-4147-A177-3AD203B41FA5}">
                      <a16:colId xmlns:a16="http://schemas.microsoft.com/office/drawing/2014/main" val="2565031486"/>
                    </a:ext>
                  </a:extLst>
                </a:gridCol>
              </a:tblGrid>
              <a:tr h="187311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180364"/>
                  </a:ext>
                </a:extLst>
              </a:tr>
              <a:tr h="187311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77"/>
                  </a:ext>
                </a:extLst>
              </a:tr>
              <a:tr h="187311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2985549"/>
                  </a:ext>
                </a:extLst>
              </a:tr>
              <a:tr h="187311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5554844"/>
                  </a:ext>
                </a:extLst>
              </a:tr>
            </a:tbl>
          </a:graphicData>
        </a:graphic>
      </p:graphicFrame>
      <p:pic>
        <p:nvPicPr>
          <p:cNvPr id="4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85008644-DBB8-2553-A754-78210B0FE8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174" t="21083" r="7568" b="12478"/>
          <a:stretch>
            <a:fillRect/>
          </a:stretch>
        </p:blipFill>
        <p:spPr>
          <a:xfrm rot="5400013">
            <a:off x="5382148" y="270644"/>
            <a:ext cx="1168584" cy="147342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40223568-5BE4-227A-6D2F-740AD8070F9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3309" t="28700" r="6007" b="10696"/>
          <a:stretch>
            <a:fillRect/>
          </a:stretch>
        </p:blipFill>
        <p:spPr>
          <a:xfrm rot="5400013">
            <a:off x="1929329" y="381040"/>
            <a:ext cx="1400961" cy="14755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1FC9A8E6-D1F2-E7D6-1D4B-67DD455461C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53" t="14830" r="65574" b="47243"/>
          <a:stretch>
            <a:fillRect/>
          </a:stretch>
        </p:blipFill>
        <p:spPr>
          <a:xfrm rot="5400013">
            <a:off x="1861421" y="2126708"/>
            <a:ext cx="1536777" cy="14755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Imagen 21">
            <a:extLst>
              <a:ext uri="{FF2B5EF4-FFF2-40B4-BE49-F238E27FC236}">
                <a16:creationId xmlns:a16="http://schemas.microsoft.com/office/drawing/2014/main" id="{CB57BB3F-10B6-99D1-E716-07842F57D23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427" t="21568" r="45264" b="27626"/>
          <a:stretch>
            <a:fillRect/>
          </a:stretch>
        </p:blipFill>
        <p:spPr>
          <a:xfrm rot="5400013">
            <a:off x="9084403" y="4768"/>
            <a:ext cx="677131" cy="66759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Imagen 22">
            <a:extLst>
              <a:ext uri="{FF2B5EF4-FFF2-40B4-BE49-F238E27FC236}">
                <a16:creationId xmlns:a16="http://schemas.microsoft.com/office/drawing/2014/main" id="{C70485F8-EBC7-83B1-DA18-B7FC10AE7A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344" t="40393" r="19049" b="27625"/>
          <a:stretch>
            <a:fillRect/>
          </a:stretch>
        </p:blipFill>
        <p:spPr>
          <a:xfrm rot="5400013">
            <a:off x="8901876" y="6854360"/>
            <a:ext cx="1015541" cy="69425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1108769B-48AC-A9E7-37BB-09A5E9BF88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507" t="17045" r="11444" b="2647"/>
          <a:stretch>
            <a:fillRect/>
          </a:stretch>
        </p:blipFill>
        <p:spPr>
          <a:xfrm rot="2190807">
            <a:off x="5484302" y="5716730"/>
            <a:ext cx="723464" cy="178135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563970EB-21CB-DFCD-0C46-50F6E862C7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174" t="21083" r="7568" b="12478"/>
          <a:stretch>
            <a:fillRect/>
          </a:stretch>
        </p:blipFill>
        <p:spPr>
          <a:xfrm rot="5400013">
            <a:off x="5345719" y="3876124"/>
            <a:ext cx="1168584" cy="147342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FB8093E3-B154-68AD-2381-C5DF06114D5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3309" t="28700" r="6007" b="10696"/>
          <a:stretch>
            <a:fillRect/>
          </a:stretch>
        </p:blipFill>
        <p:spPr>
          <a:xfrm rot="5400013">
            <a:off x="1929329" y="4105373"/>
            <a:ext cx="1400961" cy="14755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B2CA6DED-E954-85AD-FD7C-A169AAAF0CE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53" t="14830" r="65574" b="47243"/>
          <a:stretch>
            <a:fillRect/>
          </a:stretch>
        </p:blipFill>
        <p:spPr>
          <a:xfrm rot="5400013">
            <a:off x="1861421" y="5851050"/>
            <a:ext cx="1536777" cy="14755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Imagen 19">
            <a:extLst>
              <a:ext uri="{FF2B5EF4-FFF2-40B4-BE49-F238E27FC236}">
                <a16:creationId xmlns:a16="http://schemas.microsoft.com/office/drawing/2014/main" id="{01AE25F5-B9D2-CFB8-114C-013D6D95A0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533" t="41215" r="39578" b="4472"/>
          <a:stretch>
            <a:fillRect/>
          </a:stretch>
        </p:blipFill>
        <p:spPr>
          <a:xfrm rot="10799991">
            <a:off x="6949257" y="141549"/>
            <a:ext cx="1774603" cy="763402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829D6699-ED4D-CCF2-BAE4-6EF8A8D3D8D6}"/>
              </a:ext>
            </a:extLst>
          </p:cNvPr>
          <p:cNvSpPr txBox="1"/>
          <p:nvPr/>
        </p:nvSpPr>
        <p:spPr>
          <a:xfrm rot="5400000">
            <a:off x="7741908" y="3430926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Iker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upo 4">
            <a:extLst>
              <a:ext uri="{FF2B5EF4-FFF2-40B4-BE49-F238E27FC236}">
                <a16:creationId xmlns:a16="http://schemas.microsoft.com/office/drawing/2014/main" id="{BEC63B93-9821-7E10-D25E-4EDE28AC4672}"/>
              </a:ext>
            </a:extLst>
          </p:cNvPr>
          <p:cNvGrpSpPr/>
          <p:nvPr/>
        </p:nvGrpSpPr>
        <p:grpSpPr>
          <a:xfrm>
            <a:off x="3419966" y="5453739"/>
            <a:ext cx="5410533" cy="2066077"/>
            <a:chOff x="3419966" y="5453739"/>
            <a:chExt cx="5410533" cy="2066077"/>
          </a:xfrm>
        </p:grpSpPr>
        <p:pic>
          <p:nvPicPr>
            <p:cNvPr id="3" name="Picture 2" descr="Trace And Color Carrot Vector Art, Icons, and Graphics for Free Download">
              <a:extLst>
                <a:ext uri="{FF2B5EF4-FFF2-40B4-BE49-F238E27FC236}">
                  <a16:creationId xmlns:a16="http://schemas.microsoft.com/office/drawing/2014/main" id="{32EA6308-C277-6DB4-93B9-CC396EB68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7990" t="14134" r="58961" b="5558"/>
            <a:stretch>
              <a:fillRect/>
            </a:stretch>
          </p:blipFill>
          <p:spPr>
            <a:xfrm rot="7919709">
              <a:off x="7483054" y="5498924"/>
              <a:ext cx="838038" cy="1856853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4" name="Picture 4" descr="lindo pez tropical - una imagen para colorear. peces ...">
              <a:extLst>
                <a:ext uri="{FF2B5EF4-FFF2-40B4-BE49-F238E27FC236}">
                  <a16:creationId xmlns:a16="http://schemas.microsoft.com/office/drawing/2014/main" id="{F16E6607-F0EC-EC27-9C78-66541D0672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26" t="8253" r="1720" b="9685"/>
            <a:stretch>
              <a:fillRect/>
            </a:stretch>
          </p:blipFill>
          <p:spPr>
            <a:xfrm rot="7502607">
              <a:off x="3234869" y="6054756"/>
              <a:ext cx="2066077" cy="864043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5" name="Rectángulo 6">
              <a:extLst>
                <a:ext uri="{FF2B5EF4-FFF2-40B4-BE49-F238E27FC236}">
                  <a16:creationId xmlns:a16="http://schemas.microsoft.com/office/drawing/2014/main" id="{55A23C88-8F77-0638-8ABA-CBCB6F08D9B4}"/>
                </a:ext>
              </a:extLst>
            </p:cNvPr>
            <p:cNvSpPr/>
            <p:nvPr/>
          </p:nvSpPr>
          <p:spPr>
            <a:xfrm rot="5400013">
              <a:off x="7002264" y="5650050"/>
              <a:ext cx="1907036" cy="1695882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custDash>
                <a:ds d="300000" sp="3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CO" sz="1767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6" name="Rectángulo 8">
              <a:extLst>
                <a:ext uri="{FF2B5EF4-FFF2-40B4-BE49-F238E27FC236}">
                  <a16:creationId xmlns:a16="http://schemas.microsoft.com/office/drawing/2014/main" id="{2E2233E7-F816-4664-5EAD-95AA31A23211}"/>
                </a:ext>
              </a:extLst>
            </p:cNvPr>
            <p:cNvSpPr/>
            <p:nvPr/>
          </p:nvSpPr>
          <p:spPr>
            <a:xfrm rot="5400013">
              <a:off x="5158322" y="5650050"/>
              <a:ext cx="1907036" cy="1695882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custDash>
                <a:ds d="300000" sp="3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CO" sz="1767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7" name="Rectángulo 10">
              <a:extLst>
                <a:ext uri="{FF2B5EF4-FFF2-40B4-BE49-F238E27FC236}">
                  <a16:creationId xmlns:a16="http://schemas.microsoft.com/office/drawing/2014/main" id="{ACD9B484-84CC-65E1-5F0D-41A1E911CD9E}"/>
                </a:ext>
              </a:extLst>
            </p:cNvPr>
            <p:cNvSpPr/>
            <p:nvPr/>
          </p:nvSpPr>
          <p:spPr>
            <a:xfrm rot="5400013">
              <a:off x="3314389" y="5650050"/>
              <a:ext cx="1907036" cy="1695882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custDash>
                <a:ds d="300000" sp="3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CO" sz="1767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pic>
          <p:nvPicPr>
            <p:cNvPr id="8" name="Picture 2" descr="Comida de perro - Iconos gratis de animales">
              <a:extLst>
                <a:ext uri="{FF2B5EF4-FFF2-40B4-BE49-F238E27FC236}">
                  <a16:creationId xmlns:a16="http://schemas.microsoft.com/office/drawing/2014/main" id="{E30AD988-F14F-A8A0-16BC-873E6FA60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>
            <a:xfrm rot="5400013">
              <a:off x="5169542" y="5638830"/>
              <a:ext cx="1884596" cy="1695882"/>
            </a:xfrm>
            <a:prstGeom prst="rect">
              <a:avLst/>
            </a:prstGeom>
            <a:noFill/>
            <a:ln cap="flat">
              <a:noFill/>
            </a:ln>
          </p:spPr>
        </p:pic>
      </p:grpSp>
      <p:grpSp>
        <p:nvGrpSpPr>
          <p:cNvPr id="9" name="Grupo 2">
            <a:extLst>
              <a:ext uri="{FF2B5EF4-FFF2-40B4-BE49-F238E27FC236}">
                <a16:creationId xmlns:a16="http://schemas.microsoft.com/office/drawing/2014/main" id="{FD8078FF-E68D-12AB-4AD9-D2801CA95B57}"/>
              </a:ext>
            </a:extLst>
          </p:cNvPr>
          <p:cNvGrpSpPr/>
          <p:nvPr/>
        </p:nvGrpSpPr>
        <p:grpSpPr>
          <a:xfrm>
            <a:off x="3477135" y="194967"/>
            <a:ext cx="5443267" cy="1865193"/>
            <a:chOff x="3477135" y="194967"/>
            <a:chExt cx="5443267" cy="1865193"/>
          </a:xfrm>
        </p:grpSpPr>
        <p:pic>
          <p:nvPicPr>
            <p:cNvPr id="10" name="Picture 4" descr="Trace and color cute Easter bunny. Worksheet for children. 5494411 Vector  Art at Vecteezy">
              <a:extLst>
                <a:ext uri="{FF2B5EF4-FFF2-40B4-BE49-F238E27FC236}">
                  <a16:creationId xmlns:a16="http://schemas.microsoft.com/office/drawing/2014/main" id="{0EE674E8-C54F-6CB1-E7CA-F57CFA10803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7700" t="21933" r="55042" b="11628"/>
            <a:stretch>
              <a:fillRect/>
            </a:stretch>
          </p:blipFill>
          <p:spPr>
            <a:xfrm rot="5400013">
              <a:off x="3713666" y="329709"/>
              <a:ext cx="1360490" cy="1595701"/>
            </a:xfrm>
            <a:prstGeom prst="rect">
              <a:avLst/>
            </a:prstGeom>
            <a:noFill/>
            <a:ln cap="flat">
              <a:noFill/>
            </a:ln>
          </p:spPr>
        </p:pic>
        <p:grpSp>
          <p:nvGrpSpPr>
            <p:cNvPr id="11" name="Grupo 1">
              <a:extLst>
                <a:ext uri="{FF2B5EF4-FFF2-40B4-BE49-F238E27FC236}">
                  <a16:creationId xmlns:a16="http://schemas.microsoft.com/office/drawing/2014/main" id="{D81849FF-443F-A9F1-439F-D008747BC664}"/>
                </a:ext>
              </a:extLst>
            </p:cNvPr>
            <p:cNvGrpSpPr/>
            <p:nvPr/>
          </p:nvGrpSpPr>
          <p:grpSpPr>
            <a:xfrm>
              <a:off x="3477135" y="194967"/>
              <a:ext cx="5443267" cy="1865193"/>
              <a:chOff x="3477135" y="194967"/>
              <a:chExt cx="5443267" cy="1865193"/>
            </a:xfrm>
          </p:grpSpPr>
          <p:sp>
            <p:nvSpPr>
              <p:cNvPr id="12" name="Rectángulo 5">
                <a:extLst>
                  <a:ext uri="{FF2B5EF4-FFF2-40B4-BE49-F238E27FC236}">
                    <a16:creationId xmlns:a16="http://schemas.microsoft.com/office/drawing/2014/main" id="{F6A1C6D5-A993-4908-1563-C9CCFEC77EAF}"/>
                  </a:ext>
                </a:extLst>
              </p:cNvPr>
              <p:cNvSpPr/>
              <p:nvPr/>
            </p:nvSpPr>
            <p:spPr>
              <a:xfrm rot="5400013">
                <a:off x="7130491" y="270250"/>
                <a:ext cx="1865193" cy="1714628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custDash>
                  <a:ds d="300000" sp="3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s-CO" sz="1767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endParaRPr>
              </a:p>
            </p:txBody>
          </p:sp>
          <p:sp>
            <p:nvSpPr>
              <p:cNvPr id="13" name="Rectángulo 7">
                <a:extLst>
                  <a:ext uri="{FF2B5EF4-FFF2-40B4-BE49-F238E27FC236}">
                    <a16:creationId xmlns:a16="http://schemas.microsoft.com/office/drawing/2014/main" id="{03796286-B5C3-2967-C6F8-0137683BE087}"/>
                  </a:ext>
                </a:extLst>
              </p:cNvPr>
              <p:cNvSpPr/>
              <p:nvPr/>
            </p:nvSpPr>
            <p:spPr>
              <a:xfrm rot="5400013">
                <a:off x="5266176" y="270250"/>
                <a:ext cx="1865193" cy="1714628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custDash>
                  <a:ds d="300000" sp="3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s-CO" sz="1767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endParaRPr>
              </a:p>
            </p:txBody>
          </p:sp>
          <p:sp>
            <p:nvSpPr>
              <p:cNvPr id="14" name="Rectángulo 9">
                <a:extLst>
                  <a:ext uri="{FF2B5EF4-FFF2-40B4-BE49-F238E27FC236}">
                    <a16:creationId xmlns:a16="http://schemas.microsoft.com/office/drawing/2014/main" id="{00251954-9E80-AD83-A1C6-EB8930D22A52}"/>
                  </a:ext>
                </a:extLst>
              </p:cNvPr>
              <p:cNvSpPr/>
              <p:nvPr/>
            </p:nvSpPr>
            <p:spPr>
              <a:xfrm rot="5400013">
                <a:off x="3401852" y="270250"/>
                <a:ext cx="1865193" cy="1714628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custDash>
                  <a:ds d="300000" sp="3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s-CO" sz="1767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endParaRPr>
              </a:p>
            </p:txBody>
          </p:sp>
          <p:pic>
            <p:nvPicPr>
              <p:cNvPr id="15" name="Picture 4" descr="Little puppy trace and color picture children Vector Image">
                <a:extLst>
                  <a:ext uri="{FF2B5EF4-FFF2-40B4-BE49-F238E27FC236}">
                    <a16:creationId xmlns:a16="http://schemas.microsoft.com/office/drawing/2014/main" id="{CC58AEA8-33F0-4EE2-78F8-43A2199614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51899" t="29896" r="8802" b="27067"/>
              <a:stretch>
                <a:fillRect/>
              </a:stretch>
            </p:blipFill>
            <p:spPr>
              <a:xfrm rot="5400013">
                <a:off x="7091387" y="370584"/>
                <a:ext cx="1771247" cy="1420017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6" name="Picture 6" descr="Trace and color cute gray cat. Worksheet for children. 10226176 Vector Art  at Vecteezy">
                <a:extLst>
                  <a:ext uri="{FF2B5EF4-FFF2-40B4-BE49-F238E27FC236}">
                    <a16:creationId xmlns:a16="http://schemas.microsoft.com/office/drawing/2014/main" id="{84EC1F82-FFA5-053C-1FD8-5CADBDCC2C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260" t="27917" r="53056" b="11479"/>
              <a:stretch>
                <a:fillRect/>
              </a:stretch>
            </p:blipFill>
            <p:spPr>
              <a:xfrm rot="5400013">
                <a:off x="5392348" y="337464"/>
                <a:ext cx="1612837" cy="1580202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</p:grpSp>
      <p:pic>
        <p:nvPicPr>
          <p:cNvPr id="17" name="Picture 2" descr="Premium Vector | Cut and glue game for kids with cute horse. cutting  practice for preschoolers.">
            <a:extLst>
              <a:ext uri="{FF2B5EF4-FFF2-40B4-BE49-F238E27FC236}">
                <a16:creationId xmlns:a16="http://schemas.microsoft.com/office/drawing/2014/main" id="{78FB4632-60A1-6B8F-0199-CDEB9DB208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72" t="9359" r="13304" b="48468"/>
          <a:stretch>
            <a:fillRect/>
          </a:stretch>
        </p:blipFill>
        <p:spPr>
          <a:xfrm rot="5400013">
            <a:off x="-1979695" y="2208751"/>
            <a:ext cx="7454435" cy="322595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8" name="Imagen 19">
            <a:extLst>
              <a:ext uri="{FF2B5EF4-FFF2-40B4-BE49-F238E27FC236}">
                <a16:creationId xmlns:a16="http://schemas.microsoft.com/office/drawing/2014/main" id="{1C7AEFB9-7149-BADC-A60B-3A2CAC4184F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5427" t="21568" r="45264" b="27626"/>
          <a:stretch>
            <a:fillRect/>
          </a:stretch>
        </p:blipFill>
        <p:spPr>
          <a:xfrm rot="5400013">
            <a:off x="8988857" y="99281"/>
            <a:ext cx="677131" cy="66759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9" name="Imagen 20">
            <a:extLst>
              <a:ext uri="{FF2B5EF4-FFF2-40B4-BE49-F238E27FC236}">
                <a16:creationId xmlns:a16="http://schemas.microsoft.com/office/drawing/2014/main" id="{3CA18F39-283F-6ED3-7EED-B80EDDCB9CB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4344" t="40393" r="19049" b="27625"/>
          <a:stretch>
            <a:fillRect/>
          </a:stretch>
        </p:blipFill>
        <p:spPr>
          <a:xfrm rot="5400013">
            <a:off x="8842856" y="6869681"/>
            <a:ext cx="1069271" cy="73098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3181AED3-3799-85EF-DA7E-61E2EB878D10}"/>
              </a:ext>
            </a:extLst>
          </p:cNvPr>
          <p:cNvSpPr txBox="1"/>
          <p:nvPr/>
        </p:nvSpPr>
        <p:spPr>
          <a:xfrm rot="5400000">
            <a:off x="7741908" y="3430926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Iker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0E880809-BDC0-5A02-26AD-6471CC1107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290" t="31788" r="51099" b="13207"/>
          <a:stretch>
            <a:fillRect/>
          </a:stretch>
        </p:blipFill>
        <p:spPr>
          <a:xfrm rot="5400013">
            <a:off x="5385843" y="346877"/>
            <a:ext cx="1441487" cy="125668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Rectángulo 4">
            <a:extLst>
              <a:ext uri="{FF2B5EF4-FFF2-40B4-BE49-F238E27FC236}">
                <a16:creationId xmlns:a16="http://schemas.microsoft.com/office/drawing/2014/main" id="{733B1E95-3EBC-3FE8-7F0C-492271F50472}"/>
              </a:ext>
            </a:extLst>
          </p:cNvPr>
          <p:cNvSpPr/>
          <p:nvPr/>
        </p:nvSpPr>
        <p:spPr>
          <a:xfrm rot="5400013">
            <a:off x="7246112" y="135381"/>
            <a:ext cx="1423985" cy="1630375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7030A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Rectángulo 5">
            <a:extLst>
              <a:ext uri="{FF2B5EF4-FFF2-40B4-BE49-F238E27FC236}">
                <a16:creationId xmlns:a16="http://schemas.microsoft.com/office/drawing/2014/main" id="{76FF864B-E426-5125-C0D2-9F5F8D396D7E}"/>
              </a:ext>
            </a:extLst>
          </p:cNvPr>
          <p:cNvSpPr/>
          <p:nvPr/>
        </p:nvSpPr>
        <p:spPr>
          <a:xfrm rot="5400013">
            <a:off x="5427037" y="150317"/>
            <a:ext cx="1408084" cy="1616421"/>
          </a:xfrm>
          <a:prstGeom prst="rect">
            <a:avLst/>
          </a:prstGeom>
          <a:noFill/>
          <a:ln w="38103" cap="flat">
            <a:solidFill>
              <a:srgbClr val="00B0F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Rectángulo 6">
            <a:extLst>
              <a:ext uri="{FF2B5EF4-FFF2-40B4-BE49-F238E27FC236}">
                <a16:creationId xmlns:a16="http://schemas.microsoft.com/office/drawing/2014/main" id="{38060F9B-7209-0945-A7C8-50D2BD10F9CF}"/>
              </a:ext>
            </a:extLst>
          </p:cNvPr>
          <p:cNvSpPr/>
          <p:nvPr/>
        </p:nvSpPr>
        <p:spPr>
          <a:xfrm rot="5400013">
            <a:off x="3635673" y="107651"/>
            <a:ext cx="1336724" cy="1630375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FF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Rectángulo 7">
            <a:extLst>
              <a:ext uri="{FF2B5EF4-FFF2-40B4-BE49-F238E27FC236}">
                <a16:creationId xmlns:a16="http://schemas.microsoft.com/office/drawing/2014/main" id="{158416AA-DD09-A6CB-D717-97A2A286D3CB}"/>
              </a:ext>
            </a:extLst>
          </p:cNvPr>
          <p:cNvSpPr/>
          <p:nvPr/>
        </p:nvSpPr>
        <p:spPr>
          <a:xfrm rot="5400013">
            <a:off x="7483495" y="6204771"/>
            <a:ext cx="1245778" cy="1544878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B0F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7" name="Picture 2" descr="Página para colorear de estanque » Descarga gratuita » Artus Art">
            <a:extLst>
              <a:ext uri="{FF2B5EF4-FFF2-40B4-BE49-F238E27FC236}">
                <a16:creationId xmlns:a16="http://schemas.microsoft.com/office/drawing/2014/main" id="{B25BEF3D-C393-20C0-6C9E-42DA832172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5400013">
            <a:off x="7520071" y="6283766"/>
            <a:ext cx="1119563" cy="13868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Rectángulo 13">
            <a:extLst>
              <a:ext uri="{FF2B5EF4-FFF2-40B4-BE49-F238E27FC236}">
                <a16:creationId xmlns:a16="http://schemas.microsoft.com/office/drawing/2014/main" id="{027B79DE-C912-6F29-2FA1-CA36A7861C3C}"/>
              </a:ext>
            </a:extLst>
          </p:cNvPr>
          <p:cNvSpPr/>
          <p:nvPr/>
        </p:nvSpPr>
        <p:spPr>
          <a:xfrm rot="5400013">
            <a:off x="5800349" y="6194429"/>
            <a:ext cx="1245778" cy="1439357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FF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Rectángulo 14">
            <a:extLst>
              <a:ext uri="{FF2B5EF4-FFF2-40B4-BE49-F238E27FC236}">
                <a16:creationId xmlns:a16="http://schemas.microsoft.com/office/drawing/2014/main" id="{CF39A520-716A-8122-29F4-6DFAA0708B3D}"/>
              </a:ext>
            </a:extLst>
          </p:cNvPr>
          <p:cNvSpPr/>
          <p:nvPr/>
        </p:nvSpPr>
        <p:spPr>
          <a:xfrm rot="5400013">
            <a:off x="4093796" y="6227402"/>
            <a:ext cx="1245778" cy="1470592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7030A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10" name="Picture 4" descr="Granja Para Colorear">
            <a:extLst>
              <a:ext uri="{FF2B5EF4-FFF2-40B4-BE49-F238E27FC236}">
                <a16:creationId xmlns:a16="http://schemas.microsoft.com/office/drawing/2014/main" id="{BF480134-C52F-B9D2-2E02-DE50C7D0656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 rot="5400013">
            <a:off x="5958591" y="6540396"/>
            <a:ext cx="987359" cy="97403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12" descr="Premium Vector | Trace and color for kids horse vector">
            <a:extLst>
              <a:ext uri="{FF2B5EF4-FFF2-40B4-BE49-F238E27FC236}">
                <a16:creationId xmlns:a16="http://schemas.microsoft.com/office/drawing/2014/main" id="{7CA79124-D3A1-4384-832B-E62D291B730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870" t="30198" r="6944" b="5871"/>
          <a:stretch>
            <a:fillRect/>
          </a:stretch>
        </p:blipFill>
        <p:spPr>
          <a:xfrm rot="5400013">
            <a:off x="3845244" y="297372"/>
            <a:ext cx="1178725" cy="125288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Picture 6" descr="Dibujo de Casa de perro para colorear | Dibujos para colorear imprimir  gratis">
            <a:extLst>
              <a:ext uri="{FF2B5EF4-FFF2-40B4-BE49-F238E27FC236}">
                <a16:creationId xmlns:a16="http://schemas.microsoft.com/office/drawing/2014/main" id="{9E6EBA5F-B766-54D0-AB22-FCA057C6DA7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 rot="5400013">
            <a:off x="4171904" y="6458782"/>
            <a:ext cx="1089553" cy="103507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Picture 8" descr="Little puppy trace and color picture children Vector Image">
            <a:extLst>
              <a:ext uri="{FF2B5EF4-FFF2-40B4-BE49-F238E27FC236}">
                <a16:creationId xmlns:a16="http://schemas.microsoft.com/office/drawing/2014/main" id="{E2BD9380-B11D-8DBC-5E3A-6C9B38D523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977" t="31808" r="8751" b="28112"/>
          <a:stretch>
            <a:fillRect/>
          </a:stretch>
        </p:blipFill>
        <p:spPr>
          <a:xfrm rot="5400013">
            <a:off x="7127080" y="444637"/>
            <a:ext cx="1254081" cy="100724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Picture 10" descr="Premium Vector | Cut and glue game for kids cute turkey">
            <a:extLst>
              <a:ext uri="{FF2B5EF4-FFF2-40B4-BE49-F238E27FC236}">
                <a16:creationId xmlns:a16="http://schemas.microsoft.com/office/drawing/2014/main" id="{10F7C227-6CA1-97C9-D930-024C83045B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29" t="9285" r="13151" b="48890"/>
          <a:stretch>
            <a:fillRect/>
          </a:stretch>
        </p:blipFill>
        <p:spPr>
          <a:xfrm rot="5400013">
            <a:off x="-1234633" y="2152616"/>
            <a:ext cx="5818967" cy="341023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Imagen 17">
            <a:extLst>
              <a:ext uri="{FF2B5EF4-FFF2-40B4-BE49-F238E27FC236}">
                <a16:creationId xmlns:a16="http://schemas.microsoft.com/office/drawing/2014/main" id="{223064C5-E4D7-2736-25E3-8A0AF3F1E2D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5427" t="21568" r="45264" b="27626"/>
          <a:stretch>
            <a:fillRect/>
          </a:stretch>
        </p:blipFill>
        <p:spPr>
          <a:xfrm rot="5400013">
            <a:off x="8936905" y="167828"/>
            <a:ext cx="760378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6" name="Imagen 20">
            <a:extLst>
              <a:ext uri="{FF2B5EF4-FFF2-40B4-BE49-F238E27FC236}">
                <a16:creationId xmlns:a16="http://schemas.microsoft.com/office/drawing/2014/main" id="{BF52DD8A-0569-2C6D-1696-2C7144640ED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4364" t="37841" r="19049" b="27625"/>
          <a:stretch>
            <a:fillRect/>
          </a:stretch>
        </p:blipFill>
        <p:spPr>
          <a:xfrm rot="5400013">
            <a:off x="8816818" y="6717886"/>
            <a:ext cx="1014764" cy="74966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C2074C13-3254-C53E-3B4F-A8DBF104AD13}"/>
              </a:ext>
            </a:extLst>
          </p:cNvPr>
          <p:cNvSpPr txBox="1"/>
          <p:nvPr/>
        </p:nvSpPr>
        <p:spPr>
          <a:xfrm rot="5400000">
            <a:off x="7741908" y="3430926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Dominic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4" descr="Trace and color cute colorful Easter egg. Worksheet for children. 5360154  Vector Art at Vecteezy">
            <a:extLst>
              <a:ext uri="{FF2B5EF4-FFF2-40B4-BE49-F238E27FC236}">
                <a16:creationId xmlns:a16="http://schemas.microsoft.com/office/drawing/2014/main" id="{94701411-0A8C-6F1A-A9C1-42A097880D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406" t="22205" r="54716" b="14471"/>
          <a:stretch>
            <a:fillRect/>
          </a:stretch>
        </p:blipFill>
        <p:spPr>
          <a:xfrm>
            <a:off x="94960" y="967206"/>
            <a:ext cx="5151574" cy="680836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9838F701-5E60-CCB1-8C7F-18B2D74E1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174" t="21083" r="7568" b="12478"/>
          <a:stretch>
            <a:fillRect/>
          </a:stretch>
        </p:blipFill>
        <p:spPr>
          <a:xfrm>
            <a:off x="5297914" y="603997"/>
            <a:ext cx="1168584" cy="147342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40453EB6-C1FD-142D-FD3B-EFCF3FC3920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309" t="28700" r="6007" b="10696"/>
          <a:stretch>
            <a:fillRect/>
          </a:stretch>
        </p:blipFill>
        <p:spPr>
          <a:xfrm>
            <a:off x="8195355" y="769522"/>
            <a:ext cx="1154814" cy="121631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Rectángulo 6">
            <a:extLst>
              <a:ext uri="{FF2B5EF4-FFF2-40B4-BE49-F238E27FC236}">
                <a16:creationId xmlns:a16="http://schemas.microsoft.com/office/drawing/2014/main" id="{CDF4FE41-C586-7AE9-F0DF-D2150E9CCCE3}"/>
              </a:ext>
            </a:extLst>
          </p:cNvPr>
          <p:cNvSpPr/>
          <p:nvPr/>
        </p:nvSpPr>
        <p:spPr>
          <a:xfrm>
            <a:off x="5328812" y="605479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ángulo 7">
            <a:extLst>
              <a:ext uri="{FF2B5EF4-FFF2-40B4-BE49-F238E27FC236}">
                <a16:creationId xmlns:a16="http://schemas.microsoft.com/office/drawing/2014/main" id="{4D995A05-0488-CC71-6703-5A5D496FCAA3}"/>
              </a:ext>
            </a:extLst>
          </p:cNvPr>
          <p:cNvSpPr/>
          <p:nvPr/>
        </p:nvSpPr>
        <p:spPr>
          <a:xfrm>
            <a:off x="8100843" y="642457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Rectángulo 8">
            <a:extLst>
              <a:ext uri="{FF2B5EF4-FFF2-40B4-BE49-F238E27FC236}">
                <a16:creationId xmlns:a16="http://schemas.microsoft.com/office/drawing/2014/main" id="{3D2764F9-A633-0D6C-A76B-8226BE9FA7F3}"/>
              </a:ext>
            </a:extLst>
          </p:cNvPr>
          <p:cNvSpPr/>
          <p:nvPr/>
        </p:nvSpPr>
        <p:spPr>
          <a:xfrm>
            <a:off x="5328812" y="6153409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8" name="Rectángulo 9">
            <a:extLst>
              <a:ext uri="{FF2B5EF4-FFF2-40B4-BE49-F238E27FC236}">
                <a16:creationId xmlns:a16="http://schemas.microsoft.com/office/drawing/2014/main" id="{50DD9EB0-CD1A-7044-FDA3-E008116B235D}"/>
              </a:ext>
            </a:extLst>
          </p:cNvPr>
          <p:cNvSpPr/>
          <p:nvPr/>
        </p:nvSpPr>
        <p:spPr>
          <a:xfrm>
            <a:off x="8100843" y="6190387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cxnSp>
        <p:nvCxnSpPr>
          <p:cNvPr id="9" name="Conector recto 11">
            <a:extLst>
              <a:ext uri="{FF2B5EF4-FFF2-40B4-BE49-F238E27FC236}">
                <a16:creationId xmlns:a16="http://schemas.microsoft.com/office/drawing/2014/main" id="{299F7BC6-0A6F-B45F-653C-8688340DC212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6000731" y="2075934"/>
            <a:ext cx="0" cy="4077475"/>
          </a:xfrm>
          <a:prstGeom prst="straightConnector1">
            <a:avLst/>
          </a:prstGeom>
          <a:noFill/>
          <a:ln w="38103" cap="flat">
            <a:solidFill>
              <a:srgbClr val="156082"/>
            </a:solidFill>
            <a:custDash>
              <a:ds d="299976" sp="299976"/>
            </a:custDash>
            <a:miter/>
          </a:ln>
        </p:spPr>
      </p:cxnSp>
      <p:cxnSp>
        <p:nvCxnSpPr>
          <p:cNvPr id="10" name="Conector recto 13">
            <a:extLst>
              <a:ext uri="{FF2B5EF4-FFF2-40B4-BE49-F238E27FC236}">
                <a16:creationId xmlns:a16="http://schemas.microsoft.com/office/drawing/2014/main" id="{6D6CC55D-4F90-AAAE-D887-2420199D45F9}"/>
              </a:ext>
            </a:extLst>
          </p:cNvPr>
          <p:cNvCxnSpPr/>
          <p:nvPr/>
        </p:nvCxnSpPr>
        <p:spPr>
          <a:xfrm>
            <a:off x="8846902" y="2112913"/>
            <a:ext cx="0" cy="4077474"/>
          </a:xfrm>
          <a:prstGeom prst="straightConnector1">
            <a:avLst/>
          </a:prstGeom>
          <a:noFill/>
          <a:ln w="38103" cap="flat">
            <a:solidFill>
              <a:srgbClr val="156082"/>
            </a:solidFill>
            <a:custDash>
              <a:ds d="299976" sp="299976"/>
            </a:custDash>
            <a:miter/>
          </a:ln>
        </p:spPr>
      </p:cxnSp>
      <p:pic>
        <p:nvPicPr>
          <p:cNvPr id="11" name="Imagen 14">
            <a:extLst>
              <a:ext uri="{FF2B5EF4-FFF2-40B4-BE49-F238E27FC236}">
                <a16:creationId xmlns:a16="http://schemas.microsoft.com/office/drawing/2014/main" id="{5E3C4FB0-A955-D791-C366-6D0E8F689F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427" t="21568" r="45264" b="27626"/>
          <a:stretch>
            <a:fillRect/>
          </a:stretch>
        </p:blipFill>
        <p:spPr>
          <a:xfrm>
            <a:off x="15197" y="19860"/>
            <a:ext cx="760378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Imagen 15">
            <a:extLst>
              <a:ext uri="{FF2B5EF4-FFF2-40B4-BE49-F238E27FC236}">
                <a16:creationId xmlns:a16="http://schemas.microsoft.com/office/drawing/2014/main" id="{E4F047D7-4672-DE59-E2EF-6BA03B22CB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364" t="37841" r="19049" b="27625"/>
          <a:stretch>
            <a:fillRect/>
          </a:stretch>
        </p:blipFill>
        <p:spPr>
          <a:xfrm>
            <a:off x="4283150" y="6997537"/>
            <a:ext cx="1014764" cy="74966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CDDE214C-C562-F0A8-E356-B2968CB5C379}"/>
              </a:ext>
            </a:extLst>
          </p:cNvPr>
          <p:cNvSpPr txBox="1"/>
          <p:nvPr/>
        </p:nvSpPr>
        <p:spPr>
          <a:xfrm>
            <a:off x="1210663" y="222032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Dominic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F25ECFBA-14C9-FDFA-89C0-455686AEE15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2342" t="33957" r="3047" b="11039"/>
          <a:stretch>
            <a:fillRect/>
          </a:stretch>
        </p:blipFill>
        <p:spPr>
          <a:xfrm>
            <a:off x="8146490" y="3365321"/>
            <a:ext cx="1392786" cy="121422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n 3">
            <a:extLst>
              <a:ext uri="{FF2B5EF4-FFF2-40B4-BE49-F238E27FC236}">
                <a16:creationId xmlns:a16="http://schemas.microsoft.com/office/drawing/2014/main" id="{C2CB67F7-6DFF-2BEE-40E2-135CD22CBB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957" t="49868" r="22151" b="10500"/>
          <a:stretch>
            <a:fillRect/>
          </a:stretch>
        </p:blipFill>
        <p:spPr>
          <a:xfrm>
            <a:off x="289279" y="1520628"/>
            <a:ext cx="4710357" cy="560588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2" descr="Duck Coloring Page - Little Bee Family">
            <a:extLst>
              <a:ext uri="{FF2B5EF4-FFF2-40B4-BE49-F238E27FC236}">
                <a16:creationId xmlns:a16="http://schemas.microsoft.com/office/drawing/2014/main" id="{DED132AB-D086-284C-8EA8-D3CDCFAEB91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946" t="10582" r="11755" b="22745"/>
          <a:stretch>
            <a:fillRect/>
          </a:stretch>
        </p:blipFill>
        <p:spPr>
          <a:xfrm>
            <a:off x="0" y="1139808"/>
            <a:ext cx="1197662" cy="133674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2" descr="Duck Coloring Page - Little Bee Family">
            <a:extLst>
              <a:ext uri="{FF2B5EF4-FFF2-40B4-BE49-F238E27FC236}">
                <a16:creationId xmlns:a16="http://schemas.microsoft.com/office/drawing/2014/main" id="{4F1D0B17-E59B-504E-C2C9-6CBA87E0DAD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946" t="10582" r="11755" b="22745"/>
          <a:stretch>
            <a:fillRect/>
          </a:stretch>
        </p:blipFill>
        <p:spPr>
          <a:xfrm>
            <a:off x="4729724" y="6237954"/>
            <a:ext cx="1296143" cy="1446663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6" name="Tabla 8">
            <a:extLst>
              <a:ext uri="{FF2B5EF4-FFF2-40B4-BE49-F238E27FC236}">
                <a16:creationId xmlns:a16="http://schemas.microsoft.com/office/drawing/2014/main" id="{EF7F4782-EBB8-5178-9442-B0363727D75A}"/>
              </a:ext>
            </a:extLst>
          </p:cNvPr>
          <p:cNvGraphicFramePr>
            <a:graphicFrameLocks noGrp="1"/>
          </p:cNvGraphicFramePr>
          <p:nvPr/>
        </p:nvGraphicFramePr>
        <p:xfrm>
          <a:off x="5183980" y="661696"/>
          <a:ext cx="4447932" cy="5320488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482644">
                  <a:extLst>
                    <a:ext uri="{9D8B030D-6E8A-4147-A177-3AD203B41FA5}">
                      <a16:colId xmlns:a16="http://schemas.microsoft.com/office/drawing/2014/main" val="3254176717"/>
                    </a:ext>
                  </a:extLst>
                </a:gridCol>
                <a:gridCol w="1482644">
                  <a:extLst>
                    <a:ext uri="{9D8B030D-6E8A-4147-A177-3AD203B41FA5}">
                      <a16:colId xmlns:a16="http://schemas.microsoft.com/office/drawing/2014/main" val="2862647186"/>
                    </a:ext>
                  </a:extLst>
                </a:gridCol>
                <a:gridCol w="1482644">
                  <a:extLst>
                    <a:ext uri="{9D8B030D-6E8A-4147-A177-3AD203B41FA5}">
                      <a16:colId xmlns:a16="http://schemas.microsoft.com/office/drawing/2014/main" val="2327135914"/>
                    </a:ext>
                  </a:extLst>
                </a:gridCol>
              </a:tblGrid>
              <a:tr h="1330122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2687932"/>
                  </a:ext>
                </a:extLst>
              </a:tr>
              <a:tr h="1330122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575057"/>
                  </a:ext>
                </a:extLst>
              </a:tr>
              <a:tr h="1330122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326139"/>
                  </a:ext>
                </a:extLst>
              </a:tr>
              <a:tr h="1330122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3708307"/>
                  </a:ext>
                </a:extLst>
              </a:tr>
            </a:tbl>
          </a:graphicData>
        </a:graphic>
      </p:graphicFrame>
      <p:pic>
        <p:nvPicPr>
          <p:cNvPr id="7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27A0A278-11CD-2937-5C70-D1AD5689907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2342" t="33957" r="3047" b="11039"/>
          <a:stretch>
            <a:fillRect/>
          </a:stretch>
        </p:blipFill>
        <p:spPr>
          <a:xfrm>
            <a:off x="5209885" y="3424053"/>
            <a:ext cx="1392786" cy="121422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10" descr="Trace and color cute cartoon colorful parrot. Worksheet for children.  36065205 Vector Art at Vecteezy">
            <a:extLst>
              <a:ext uri="{FF2B5EF4-FFF2-40B4-BE49-F238E27FC236}">
                <a16:creationId xmlns:a16="http://schemas.microsoft.com/office/drawing/2014/main" id="{2DAAF059-B533-693A-A95E-9C01AD7B5CF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9649" t="23525" r="7302" b="4836"/>
          <a:stretch>
            <a:fillRect/>
          </a:stretch>
        </p:blipFill>
        <p:spPr>
          <a:xfrm>
            <a:off x="5428856" y="777066"/>
            <a:ext cx="954834" cy="112301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10" descr="Trace and color cute cartoon colorful parrot. Worksheet for children.  36065205 Vector Art at Vecteezy">
            <a:extLst>
              <a:ext uri="{FF2B5EF4-FFF2-40B4-BE49-F238E27FC236}">
                <a16:creationId xmlns:a16="http://schemas.microsoft.com/office/drawing/2014/main" id="{DCDD14EE-2223-CDC8-6EEF-1B03D9EEE6A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9649" t="23525" r="7302" b="4836"/>
          <a:stretch>
            <a:fillRect/>
          </a:stretch>
        </p:blipFill>
        <p:spPr>
          <a:xfrm>
            <a:off x="8458757" y="777066"/>
            <a:ext cx="954834" cy="112301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Picture 4" descr="Trace and color cute pig space worksheet for kids Vector Image">
            <a:extLst>
              <a:ext uri="{FF2B5EF4-FFF2-40B4-BE49-F238E27FC236}">
                <a16:creationId xmlns:a16="http://schemas.microsoft.com/office/drawing/2014/main" id="{CC6C4D71-E439-2BA0-FC77-1100EE27216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2647" t="31222" r="6193" b="19386"/>
          <a:stretch>
            <a:fillRect/>
          </a:stretch>
        </p:blipFill>
        <p:spPr>
          <a:xfrm>
            <a:off x="6823280" y="777066"/>
            <a:ext cx="1141134" cy="10763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B1736F23-079D-A3C1-3CB7-D7800AE4FE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867" t="29465" r="5449" b="9931"/>
          <a:stretch>
            <a:fillRect/>
          </a:stretch>
        </p:blipFill>
        <p:spPr>
          <a:xfrm>
            <a:off x="6863212" y="3398678"/>
            <a:ext cx="1089489" cy="114750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Imagen 15">
            <a:extLst>
              <a:ext uri="{FF2B5EF4-FFF2-40B4-BE49-F238E27FC236}">
                <a16:creationId xmlns:a16="http://schemas.microsoft.com/office/drawing/2014/main" id="{928E3E36-D3D1-6863-0820-F7DD53E2DF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0" y="34335"/>
            <a:ext cx="760378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Imagen 16">
            <a:extLst>
              <a:ext uri="{FF2B5EF4-FFF2-40B4-BE49-F238E27FC236}">
                <a16:creationId xmlns:a16="http://schemas.microsoft.com/office/drawing/2014/main" id="{AD2EBAE4-D81D-C9D8-4355-42BFB4A987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364" t="37841" r="19049" b="27625"/>
          <a:stretch>
            <a:fillRect/>
          </a:stretch>
        </p:blipFill>
        <p:spPr>
          <a:xfrm>
            <a:off x="8742011" y="6934946"/>
            <a:ext cx="1014764" cy="74966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D5F79A67-7A75-DB52-580C-24201521AC2C}"/>
              </a:ext>
            </a:extLst>
          </p:cNvPr>
          <p:cNvSpPr txBox="1"/>
          <p:nvPr/>
        </p:nvSpPr>
        <p:spPr>
          <a:xfrm>
            <a:off x="1226279" y="484782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Dominic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upo 2">
            <a:extLst>
              <a:ext uri="{FF2B5EF4-FFF2-40B4-BE49-F238E27FC236}">
                <a16:creationId xmlns:a16="http://schemas.microsoft.com/office/drawing/2014/main" id="{2E911760-4F88-169C-6717-FE0382BB471F}"/>
              </a:ext>
            </a:extLst>
          </p:cNvPr>
          <p:cNvGrpSpPr/>
          <p:nvPr/>
        </p:nvGrpSpPr>
        <p:grpSpPr>
          <a:xfrm>
            <a:off x="3245680" y="6498659"/>
            <a:ext cx="5605555" cy="1161544"/>
            <a:chOff x="3245680" y="6498659"/>
            <a:chExt cx="5605555" cy="1161544"/>
          </a:xfrm>
        </p:grpSpPr>
        <p:grpSp>
          <p:nvGrpSpPr>
            <p:cNvPr id="3" name="Grupo 1">
              <a:extLst>
                <a:ext uri="{FF2B5EF4-FFF2-40B4-BE49-F238E27FC236}">
                  <a16:creationId xmlns:a16="http://schemas.microsoft.com/office/drawing/2014/main" id="{75273349-3C41-A896-7791-9D2C4CD0D2B4}"/>
                </a:ext>
              </a:extLst>
            </p:cNvPr>
            <p:cNvGrpSpPr/>
            <p:nvPr/>
          </p:nvGrpSpPr>
          <p:grpSpPr>
            <a:xfrm>
              <a:off x="3245680" y="6498659"/>
              <a:ext cx="5605555" cy="1161544"/>
              <a:chOff x="3245680" y="6498659"/>
              <a:chExt cx="5605555" cy="1161544"/>
            </a:xfrm>
          </p:grpSpPr>
          <p:sp>
            <p:nvSpPr>
              <p:cNvPr id="4" name="Rectángulo 4">
                <a:extLst>
                  <a:ext uri="{FF2B5EF4-FFF2-40B4-BE49-F238E27FC236}">
                    <a16:creationId xmlns:a16="http://schemas.microsoft.com/office/drawing/2014/main" id="{3CA16807-B501-2235-F4EB-403D87EC30E4}"/>
                  </a:ext>
                </a:extLst>
              </p:cNvPr>
              <p:cNvSpPr/>
              <p:nvPr/>
            </p:nvSpPr>
            <p:spPr>
              <a:xfrm rot="5400013">
                <a:off x="7721206" y="6530174"/>
                <a:ext cx="1161544" cy="1098514"/>
              </a:xfrm>
              <a:prstGeom prst="rect">
                <a:avLst/>
              </a:prstGeom>
              <a:solidFill>
                <a:srgbClr val="FFFFFF"/>
              </a:solidFill>
              <a:ln w="38103" cap="flat">
                <a:solidFill>
                  <a:srgbClr val="042433"/>
                </a:solidFill>
                <a:custDash>
                  <a:ds d="100000" sp="1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749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sp>
            <p:nvSpPr>
              <p:cNvPr id="5" name="Rectángulo 5">
                <a:extLst>
                  <a:ext uri="{FF2B5EF4-FFF2-40B4-BE49-F238E27FC236}">
                    <a16:creationId xmlns:a16="http://schemas.microsoft.com/office/drawing/2014/main" id="{202BFA0B-0228-7FC5-2386-4AC081DC4617}"/>
                  </a:ext>
                </a:extLst>
              </p:cNvPr>
              <p:cNvSpPr/>
              <p:nvPr/>
            </p:nvSpPr>
            <p:spPr>
              <a:xfrm rot="5400013">
                <a:off x="6173347" y="6530174"/>
                <a:ext cx="1161544" cy="1098514"/>
              </a:xfrm>
              <a:prstGeom prst="rect">
                <a:avLst/>
              </a:prstGeom>
              <a:solidFill>
                <a:srgbClr val="FFFFFF"/>
              </a:solidFill>
              <a:ln w="38103" cap="flat">
                <a:solidFill>
                  <a:srgbClr val="042433"/>
                </a:solidFill>
                <a:custDash>
                  <a:ds d="100000" sp="1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749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sp>
            <p:nvSpPr>
              <p:cNvPr id="6" name="Rectángulo 6">
                <a:extLst>
                  <a:ext uri="{FF2B5EF4-FFF2-40B4-BE49-F238E27FC236}">
                    <a16:creationId xmlns:a16="http://schemas.microsoft.com/office/drawing/2014/main" id="{6A2A25D0-C4E4-0B1E-023A-2A85A58B1557}"/>
                  </a:ext>
                </a:extLst>
              </p:cNvPr>
              <p:cNvSpPr/>
              <p:nvPr/>
            </p:nvSpPr>
            <p:spPr>
              <a:xfrm rot="5400013">
                <a:off x="4762025" y="6530174"/>
                <a:ext cx="1161544" cy="1098514"/>
              </a:xfrm>
              <a:prstGeom prst="rect">
                <a:avLst/>
              </a:prstGeom>
              <a:solidFill>
                <a:srgbClr val="FFFFFF"/>
              </a:solidFill>
              <a:ln w="38103" cap="flat">
                <a:solidFill>
                  <a:srgbClr val="042433"/>
                </a:solidFill>
                <a:custDash>
                  <a:ds d="100000" sp="1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749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sp>
            <p:nvSpPr>
              <p:cNvPr id="7" name="Rectángulo 7">
                <a:extLst>
                  <a:ext uri="{FF2B5EF4-FFF2-40B4-BE49-F238E27FC236}">
                    <a16:creationId xmlns:a16="http://schemas.microsoft.com/office/drawing/2014/main" id="{550EB067-6F9A-7A4E-76F1-AEB8B4235FB0}"/>
                  </a:ext>
                </a:extLst>
              </p:cNvPr>
              <p:cNvSpPr/>
              <p:nvPr/>
            </p:nvSpPr>
            <p:spPr>
              <a:xfrm rot="5400013">
                <a:off x="3214165" y="6530174"/>
                <a:ext cx="1161544" cy="1098514"/>
              </a:xfrm>
              <a:prstGeom prst="rect">
                <a:avLst/>
              </a:prstGeom>
              <a:solidFill>
                <a:srgbClr val="FFFFFF"/>
              </a:solidFill>
              <a:ln w="38103" cap="flat">
                <a:solidFill>
                  <a:srgbClr val="042433"/>
                </a:solidFill>
                <a:custDash>
                  <a:ds d="100000" sp="1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749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pic>
            <p:nvPicPr>
              <p:cNvPr id="8" name="Picture 2" descr="Trace and color cute pig space worksheet for kids Vector Image">
                <a:extLst>
                  <a:ext uri="{FF2B5EF4-FFF2-40B4-BE49-F238E27FC236}">
                    <a16:creationId xmlns:a16="http://schemas.microsoft.com/office/drawing/2014/main" id="{7B4F8B29-A201-8CF7-A9A9-DE18178711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52879" t="31893" r="6611" b="19655"/>
              <a:stretch>
                <a:fillRect/>
              </a:stretch>
            </p:blipFill>
            <p:spPr>
              <a:xfrm rot="5400013">
                <a:off x="7796865" y="6606581"/>
                <a:ext cx="984168" cy="925217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9" name="Picture 6" descr="Premium Vector | Trace and color cute easter chicken. worksheet for  children.">
                <a:extLst>
                  <a:ext uri="{FF2B5EF4-FFF2-40B4-BE49-F238E27FC236}">
                    <a16:creationId xmlns:a16="http://schemas.microsoft.com/office/drawing/2014/main" id="{28157888-1C39-4178-E3B5-1AF71D04E1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0014" t="25250" r="7315" b="14654"/>
              <a:stretch>
                <a:fillRect/>
              </a:stretch>
            </p:blipFill>
            <p:spPr>
              <a:xfrm rot="5400013">
                <a:off x="6283619" y="6579895"/>
                <a:ext cx="991959" cy="986381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0" name="Picture 10" descr="Trace and Color Cow | Vector free, Vector art, Cow">
                <a:extLst>
                  <a:ext uri="{FF2B5EF4-FFF2-40B4-BE49-F238E27FC236}">
                    <a16:creationId xmlns:a16="http://schemas.microsoft.com/office/drawing/2014/main" id="{44277E54-29E9-F82A-7142-424E747AE2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l="7987" t="34246" r="60580" b="19686"/>
              <a:stretch>
                <a:fillRect/>
              </a:stretch>
            </p:blipFill>
            <p:spPr>
              <a:xfrm rot="5400013">
                <a:off x="4832823" y="6555206"/>
                <a:ext cx="1042022" cy="970096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  <p:pic>
          <p:nvPicPr>
            <p:cNvPr id="11" name="Picture 14" descr="Premium Vector | Trace and color for kids horse vector">
              <a:extLst>
                <a:ext uri="{FF2B5EF4-FFF2-40B4-BE49-F238E27FC236}">
                  <a16:creationId xmlns:a16="http://schemas.microsoft.com/office/drawing/2014/main" id="{8E258826-17B4-88DE-CB21-033BABCB3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5222" t="6368" r="61242" b="57391"/>
            <a:stretch>
              <a:fillRect/>
            </a:stretch>
          </p:blipFill>
          <p:spPr>
            <a:xfrm rot="5400013">
              <a:off x="3354398" y="6627064"/>
              <a:ext cx="897995" cy="970425"/>
            </a:xfrm>
            <a:prstGeom prst="rect">
              <a:avLst/>
            </a:prstGeom>
            <a:noFill/>
            <a:ln cap="flat">
              <a:noFill/>
            </a:ln>
          </p:spPr>
        </p:pic>
      </p:grpSp>
      <p:grpSp>
        <p:nvGrpSpPr>
          <p:cNvPr id="12" name="Grupo 13">
            <a:extLst>
              <a:ext uri="{FF2B5EF4-FFF2-40B4-BE49-F238E27FC236}">
                <a16:creationId xmlns:a16="http://schemas.microsoft.com/office/drawing/2014/main" id="{FFB6CCE8-CE1B-110E-046B-B0576A3BE1A6}"/>
              </a:ext>
            </a:extLst>
          </p:cNvPr>
          <p:cNvGrpSpPr/>
          <p:nvPr/>
        </p:nvGrpSpPr>
        <p:grpSpPr>
          <a:xfrm>
            <a:off x="3089281" y="111218"/>
            <a:ext cx="5605555" cy="1161544"/>
            <a:chOff x="3089281" y="111218"/>
            <a:chExt cx="5605555" cy="1161544"/>
          </a:xfrm>
        </p:grpSpPr>
        <p:sp>
          <p:nvSpPr>
            <p:cNvPr id="13" name="Rectángulo 8">
              <a:extLst>
                <a:ext uri="{FF2B5EF4-FFF2-40B4-BE49-F238E27FC236}">
                  <a16:creationId xmlns:a16="http://schemas.microsoft.com/office/drawing/2014/main" id="{5B2B0AF1-DE84-1F09-FC92-77632B2789F8}"/>
                </a:ext>
              </a:extLst>
            </p:cNvPr>
            <p:cNvSpPr/>
            <p:nvPr/>
          </p:nvSpPr>
          <p:spPr>
            <a:xfrm rot="5400013">
              <a:off x="7564807" y="142733"/>
              <a:ext cx="1161544" cy="1098514"/>
            </a:xfrm>
            <a:prstGeom prst="rect">
              <a:avLst/>
            </a:prstGeom>
            <a:solidFill>
              <a:srgbClr val="FFFFFF"/>
            </a:solidFill>
            <a:ln w="38103" cap="flat">
              <a:solidFill>
                <a:srgbClr val="042433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14" name="Rectángulo 9">
              <a:extLst>
                <a:ext uri="{FF2B5EF4-FFF2-40B4-BE49-F238E27FC236}">
                  <a16:creationId xmlns:a16="http://schemas.microsoft.com/office/drawing/2014/main" id="{BF85D4E6-57FA-41A5-D8CC-862EAAE58B36}"/>
                </a:ext>
              </a:extLst>
            </p:cNvPr>
            <p:cNvSpPr/>
            <p:nvPr/>
          </p:nvSpPr>
          <p:spPr>
            <a:xfrm rot="5400013">
              <a:off x="6016948" y="142733"/>
              <a:ext cx="1161544" cy="1098514"/>
            </a:xfrm>
            <a:prstGeom prst="rect">
              <a:avLst/>
            </a:prstGeom>
            <a:solidFill>
              <a:srgbClr val="FFFFFF"/>
            </a:solidFill>
            <a:ln w="38103" cap="flat">
              <a:solidFill>
                <a:srgbClr val="042433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15" name="Rectángulo 10">
              <a:extLst>
                <a:ext uri="{FF2B5EF4-FFF2-40B4-BE49-F238E27FC236}">
                  <a16:creationId xmlns:a16="http://schemas.microsoft.com/office/drawing/2014/main" id="{24625F55-0D18-7B4B-5D90-B21975F95697}"/>
                </a:ext>
              </a:extLst>
            </p:cNvPr>
            <p:cNvSpPr/>
            <p:nvPr/>
          </p:nvSpPr>
          <p:spPr>
            <a:xfrm rot="5400013">
              <a:off x="4605626" y="142733"/>
              <a:ext cx="1161544" cy="1098514"/>
            </a:xfrm>
            <a:prstGeom prst="rect">
              <a:avLst/>
            </a:prstGeom>
            <a:solidFill>
              <a:srgbClr val="FFFFFF"/>
            </a:solidFill>
            <a:ln w="38103" cap="flat">
              <a:solidFill>
                <a:srgbClr val="042433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16" name="Rectángulo 11">
              <a:extLst>
                <a:ext uri="{FF2B5EF4-FFF2-40B4-BE49-F238E27FC236}">
                  <a16:creationId xmlns:a16="http://schemas.microsoft.com/office/drawing/2014/main" id="{A82D8E0D-541F-0462-74B2-F00FBCD151BB}"/>
                </a:ext>
              </a:extLst>
            </p:cNvPr>
            <p:cNvSpPr/>
            <p:nvPr/>
          </p:nvSpPr>
          <p:spPr>
            <a:xfrm rot="5400013">
              <a:off x="3057766" y="142733"/>
              <a:ext cx="1161544" cy="1098514"/>
            </a:xfrm>
            <a:prstGeom prst="rect">
              <a:avLst/>
            </a:prstGeom>
            <a:solidFill>
              <a:srgbClr val="FFFFFF"/>
            </a:solidFill>
            <a:ln w="38103" cap="flat">
              <a:solidFill>
                <a:srgbClr val="042433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pic>
          <p:nvPicPr>
            <p:cNvPr id="17" name="Picture 4" descr="Trace and color cute pig space worksheet for kids Vector Image">
              <a:extLst>
                <a:ext uri="{FF2B5EF4-FFF2-40B4-BE49-F238E27FC236}">
                  <a16:creationId xmlns:a16="http://schemas.microsoft.com/office/drawing/2014/main" id="{00BAE55C-90E6-226C-7EDC-3798966FB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5283" t="31222" r="53557" b="19386"/>
            <a:stretch>
              <a:fillRect/>
            </a:stretch>
          </p:blipFill>
          <p:spPr>
            <a:xfrm rot="5400013">
              <a:off x="6104223" y="263896"/>
              <a:ext cx="907761" cy="856189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8" name="Picture 8" descr="Premium Vector | Trace and color cute easter chicken. worksheet for  children.">
              <a:extLst>
                <a:ext uri="{FF2B5EF4-FFF2-40B4-BE49-F238E27FC236}">
                  <a16:creationId xmlns:a16="http://schemas.microsoft.com/office/drawing/2014/main" id="{2A702145-D257-7D66-6849-2B3CD8923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245" t="25250" r="49985" b="14893"/>
            <a:stretch>
              <a:fillRect/>
            </a:stretch>
          </p:blipFill>
          <p:spPr>
            <a:xfrm rot="5400013">
              <a:off x="7647639" y="199934"/>
              <a:ext cx="995900" cy="984123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9" name="Picture 12" descr="Trace and Color Cow | Vector free, Vector art, Cow">
              <a:extLst>
                <a:ext uri="{FF2B5EF4-FFF2-40B4-BE49-F238E27FC236}">
                  <a16:creationId xmlns:a16="http://schemas.microsoft.com/office/drawing/2014/main" id="{3606F27F-4FFF-03B9-4B39-5F5222C8D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40570" t="20255" r="7760" b="4279"/>
            <a:stretch>
              <a:fillRect/>
            </a:stretch>
          </p:blipFill>
          <p:spPr>
            <a:xfrm rot="5400013">
              <a:off x="3099184" y="156921"/>
              <a:ext cx="1078717" cy="987314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20" name="Picture 16" descr="Premium Vector | Trace and color for kids horse vector">
              <a:extLst>
                <a:ext uri="{FF2B5EF4-FFF2-40B4-BE49-F238E27FC236}">
                  <a16:creationId xmlns:a16="http://schemas.microsoft.com/office/drawing/2014/main" id="{582FC2A8-9713-3277-8BC7-53578EB7B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8647" t="5694" r="4787" b="14829"/>
            <a:stretch>
              <a:fillRect/>
            </a:stretch>
          </p:blipFill>
          <p:spPr>
            <a:xfrm rot="5400013">
              <a:off x="4711039" y="239459"/>
              <a:ext cx="972793" cy="970096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21" name="Rectángulo 12">
              <a:extLst>
                <a:ext uri="{FF2B5EF4-FFF2-40B4-BE49-F238E27FC236}">
                  <a16:creationId xmlns:a16="http://schemas.microsoft.com/office/drawing/2014/main" id="{D9265C50-9C1B-676C-606E-B74266DD8807}"/>
                </a:ext>
              </a:extLst>
            </p:cNvPr>
            <p:cNvSpPr/>
            <p:nvPr/>
          </p:nvSpPr>
          <p:spPr>
            <a:xfrm rot="5400013">
              <a:off x="5420238" y="159687"/>
              <a:ext cx="227895" cy="296594"/>
            </a:xfrm>
            <a:prstGeom prst="rect">
              <a:avLst/>
            </a:prstGeom>
            <a:solidFill>
              <a:srgbClr val="FFFFFF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</p:grpSp>
      <p:pic>
        <p:nvPicPr>
          <p:cNvPr id="22" name="Imagen 19">
            <a:extLst>
              <a:ext uri="{FF2B5EF4-FFF2-40B4-BE49-F238E27FC236}">
                <a16:creationId xmlns:a16="http://schemas.microsoft.com/office/drawing/2014/main" id="{19BDA5AC-13AF-E380-19CB-CC5A9B021C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 rot="5400013">
            <a:off x="9002285" y="5358"/>
            <a:ext cx="760378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3" name="Imagen 20">
            <a:extLst>
              <a:ext uri="{FF2B5EF4-FFF2-40B4-BE49-F238E27FC236}">
                <a16:creationId xmlns:a16="http://schemas.microsoft.com/office/drawing/2014/main" id="{43BD391A-BFB6-ED51-B3D4-DBABF26989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364" t="37841" r="19049" b="27625"/>
          <a:stretch>
            <a:fillRect/>
          </a:stretch>
        </p:blipFill>
        <p:spPr>
          <a:xfrm rot="5400013">
            <a:off x="8840419" y="6777989"/>
            <a:ext cx="1014764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4" name="Picture 4" descr="Dot a dot game for preschool kids. Cute horse. 8813605 Vector Art at  Vecteezy">
            <a:extLst>
              <a:ext uri="{FF2B5EF4-FFF2-40B4-BE49-F238E27FC236}">
                <a16:creationId xmlns:a16="http://schemas.microsoft.com/office/drawing/2014/main" id="{E5DA021C-0CFB-F938-F262-CF7D2A65E1E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6923" t="15832" r="18922" b="6387"/>
          <a:stretch>
            <a:fillRect/>
          </a:stretch>
        </p:blipFill>
        <p:spPr>
          <a:xfrm rot="5400013">
            <a:off x="-230378" y="660046"/>
            <a:ext cx="3342003" cy="286579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5" name="Picture 4" descr="Dot a dot game for preschool kids. Cute horse. 8813605 Vector Art at  Vecteezy">
            <a:extLst>
              <a:ext uri="{FF2B5EF4-FFF2-40B4-BE49-F238E27FC236}">
                <a16:creationId xmlns:a16="http://schemas.microsoft.com/office/drawing/2014/main" id="{B3BB2F92-CF2C-9758-6F55-1ACE27E4DDE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6923" t="15832" r="18922" b="6387"/>
          <a:stretch>
            <a:fillRect/>
          </a:stretch>
        </p:blipFill>
        <p:spPr>
          <a:xfrm rot="5400013">
            <a:off x="-177234" y="4556305"/>
            <a:ext cx="3342003" cy="286579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293F0464-BA3D-151E-2BA3-473401391AD1}"/>
              </a:ext>
            </a:extLst>
          </p:cNvPr>
          <p:cNvSpPr txBox="1"/>
          <p:nvPr/>
        </p:nvSpPr>
        <p:spPr>
          <a:xfrm rot="5400000">
            <a:off x="7714319" y="3379742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Dominic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A9CA463E-52A7-8CB5-4694-DB88F017BB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60" t="27917" r="53056" b="11479"/>
          <a:stretch>
            <a:fillRect/>
          </a:stretch>
        </p:blipFill>
        <p:spPr>
          <a:xfrm>
            <a:off x="5208715" y="4433852"/>
            <a:ext cx="3552965" cy="304324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8" descr="Coloring Pages for Kids: Rabbit Vector">
            <a:extLst>
              <a:ext uri="{FF2B5EF4-FFF2-40B4-BE49-F238E27FC236}">
                <a16:creationId xmlns:a16="http://schemas.microsoft.com/office/drawing/2014/main" id="{999BA8F4-97FA-4138-BA65-C02E66F5CF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117" t="21329" r="10645" b="8530"/>
          <a:stretch>
            <a:fillRect/>
          </a:stretch>
        </p:blipFill>
        <p:spPr>
          <a:xfrm>
            <a:off x="5874325" y="1181660"/>
            <a:ext cx="2221763" cy="312691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4" descr="Little puppy trace and color picture children Vector Image">
            <a:extLst>
              <a:ext uri="{FF2B5EF4-FFF2-40B4-BE49-F238E27FC236}">
                <a16:creationId xmlns:a16="http://schemas.microsoft.com/office/drawing/2014/main" id="{59F22767-2423-CA55-D650-DD449AC71F6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1899" t="29896" r="8802" b="27067"/>
          <a:stretch>
            <a:fillRect/>
          </a:stretch>
        </p:blipFill>
        <p:spPr>
          <a:xfrm>
            <a:off x="431578" y="4404390"/>
            <a:ext cx="3527928" cy="304051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2" descr="Trace And Color Duck Vector Art, Icons, and Graphics for Free Download">
            <a:extLst>
              <a:ext uri="{FF2B5EF4-FFF2-40B4-BE49-F238E27FC236}">
                <a16:creationId xmlns:a16="http://schemas.microsoft.com/office/drawing/2014/main" id="{0693082A-68A0-E38F-BCA6-3E74BFD176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86" t="34081" r="51281" b="13901"/>
          <a:stretch>
            <a:fillRect/>
          </a:stretch>
        </p:blipFill>
        <p:spPr>
          <a:xfrm>
            <a:off x="625166" y="1254300"/>
            <a:ext cx="3359377" cy="2952176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6" name="Tabla 4">
            <a:extLst>
              <a:ext uri="{FF2B5EF4-FFF2-40B4-BE49-F238E27FC236}">
                <a16:creationId xmlns:a16="http://schemas.microsoft.com/office/drawing/2014/main" id="{47A713CB-2023-0CC3-38E7-2FB9572D0BD7}"/>
              </a:ext>
            </a:extLst>
          </p:cNvPr>
          <p:cNvGraphicFramePr>
            <a:graphicFrameLocks noGrp="1"/>
          </p:cNvGraphicFramePr>
          <p:nvPr/>
        </p:nvGraphicFramePr>
        <p:xfrm>
          <a:off x="111565" y="4404390"/>
          <a:ext cx="4386576" cy="309745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93288">
                  <a:extLst>
                    <a:ext uri="{9D8B030D-6E8A-4147-A177-3AD203B41FA5}">
                      <a16:colId xmlns:a16="http://schemas.microsoft.com/office/drawing/2014/main" val="3521753273"/>
                    </a:ext>
                  </a:extLst>
                </a:gridCol>
                <a:gridCol w="2193288">
                  <a:extLst>
                    <a:ext uri="{9D8B030D-6E8A-4147-A177-3AD203B41FA5}">
                      <a16:colId xmlns:a16="http://schemas.microsoft.com/office/drawing/2014/main" val="3484475377"/>
                    </a:ext>
                  </a:extLst>
                </a:gridCol>
              </a:tblGrid>
              <a:tr h="3097456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886268"/>
                  </a:ext>
                </a:extLst>
              </a:tr>
            </a:tbl>
          </a:graphicData>
        </a:graphic>
      </p:graphicFrame>
      <p:graphicFrame>
        <p:nvGraphicFramePr>
          <p:cNvPr id="7" name="Tabla 5">
            <a:extLst>
              <a:ext uri="{FF2B5EF4-FFF2-40B4-BE49-F238E27FC236}">
                <a16:creationId xmlns:a16="http://schemas.microsoft.com/office/drawing/2014/main" id="{0BAA10D1-DADC-8501-3C96-79E0C8D75EDA}"/>
              </a:ext>
            </a:extLst>
          </p:cNvPr>
          <p:cNvGraphicFramePr>
            <a:graphicFrameLocks noGrp="1"/>
          </p:cNvGraphicFramePr>
          <p:nvPr/>
        </p:nvGraphicFramePr>
        <p:xfrm>
          <a:off x="111565" y="1181660"/>
          <a:ext cx="4386576" cy="309745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93288">
                  <a:extLst>
                    <a:ext uri="{9D8B030D-6E8A-4147-A177-3AD203B41FA5}">
                      <a16:colId xmlns:a16="http://schemas.microsoft.com/office/drawing/2014/main" val="773748229"/>
                    </a:ext>
                  </a:extLst>
                </a:gridCol>
                <a:gridCol w="2193288">
                  <a:extLst>
                    <a:ext uri="{9D8B030D-6E8A-4147-A177-3AD203B41FA5}">
                      <a16:colId xmlns:a16="http://schemas.microsoft.com/office/drawing/2014/main" val="1506032274"/>
                    </a:ext>
                  </a:extLst>
                </a:gridCol>
              </a:tblGrid>
              <a:tr h="3097456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203372"/>
                  </a:ext>
                </a:extLst>
              </a:tr>
            </a:tbl>
          </a:graphicData>
        </a:graphic>
      </p:graphicFrame>
      <p:graphicFrame>
        <p:nvGraphicFramePr>
          <p:cNvPr id="8" name="Tabla 6">
            <a:extLst>
              <a:ext uri="{FF2B5EF4-FFF2-40B4-BE49-F238E27FC236}">
                <a16:creationId xmlns:a16="http://schemas.microsoft.com/office/drawing/2014/main" id="{C0740038-2EDA-3A78-AC15-03AFDA2498D8}"/>
              </a:ext>
            </a:extLst>
          </p:cNvPr>
          <p:cNvGraphicFramePr>
            <a:graphicFrameLocks noGrp="1"/>
          </p:cNvGraphicFramePr>
          <p:nvPr/>
        </p:nvGraphicFramePr>
        <p:xfrm>
          <a:off x="4791913" y="4404390"/>
          <a:ext cx="4386576" cy="309745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93288">
                  <a:extLst>
                    <a:ext uri="{9D8B030D-6E8A-4147-A177-3AD203B41FA5}">
                      <a16:colId xmlns:a16="http://schemas.microsoft.com/office/drawing/2014/main" val="3740697498"/>
                    </a:ext>
                  </a:extLst>
                </a:gridCol>
                <a:gridCol w="2193288">
                  <a:extLst>
                    <a:ext uri="{9D8B030D-6E8A-4147-A177-3AD203B41FA5}">
                      <a16:colId xmlns:a16="http://schemas.microsoft.com/office/drawing/2014/main" val="462737540"/>
                    </a:ext>
                  </a:extLst>
                </a:gridCol>
              </a:tblGrid>
              <a:tr h="3097456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5486262"/>
                  </a:ext>
                </a:extLst>
              </a:tr>
            </a:tbl>
          </a:graphicData>
        </a:graphic>
      </p:graphicFrame>
      <p:graphicFrame>
        <p:nvGraphicFramePr>
          <p:cNvPr id="9" name="Tabla 7">
            <a:extLst>
              <a:ext uri="{FF2B5EF4-FFF2-40B4-BE49-F238E27FC236}">
                <a16:creationId xmlns:a16="http://schemas.microsoft.com/office/drawing/2014/main" id="{59D2304F-EE5E-7303-EE93-695579053A45}"/>
              </a:ext>
            </a:extLst>
          </p:cNvPr>
          <p:cNvGraphicFramePr>
            <a:graphicFrameLocks noGrp="1"/>
          </p:cNvGraphicFramePr>
          <p:nvPr/>
        </p:nvGraphicFramePr>
        <p:xfrm>
          <a:off x="4791913" y="1181660"/>
          <a:ext cx="4386576" cy="309745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93288">
                  <a:extLst>
                    <a:ext uri="{9D8B030D-6E8A-4147-A177-3AD203B41FA5}">
                      <a16:colId xmlns:a16="http://schemas.microsoft.com/office/drawing/2014/main" val="1650597605"/>
                    </a:ext>
                  </a:extLst>
                </a:gridCol>
                <a:gridCol w="2193288">
                  <a:extLst>
                    <a:ext uri="{9D8B030D-6E8A-4147-A177-3AD203B41FA5}">
                      <a16:colId xmlns:a16="http://schemas.microsoft.com/office/drawing/2014/main" val="2419672106"/>
                    </a:ext>
                  </a:extLst>
                </a:gridCol>
              </a:tblGrid>
              <a:tr h="3097456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 dirty="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7787748"/>
                  </a:ext>
                </a:extLst>
              </a:tr>
            </a:tbl>
          </a:graphicData>
        </a:graphic>
      </p:graphicFrame>
      <p:sp>
        <p:nvSpPr>
          <p:cNvPr id="10" name="Rectángulo 14">
            <a:extLst>
              <a:ext uri="{FF2B5EF4-FFF2-40B4-BE49-F238E27FC236}">
                <a16:creationId xmlns:a16="http://schemas.microsoft.com/office/drawing/2014/main" id="{5A35C98D-073B-0F70-A0C0-33F531CE0970}"/>
              </a:ext>
            </a:extLst>
          </p:cNvPr>
          <p:cNvSpPr/>
          <p:nvPr/>
        </p:nvSpPr>
        <p:spPr>
          <a:xfrm>
            <a:off x="216365" y="1254300"/>
            <a:ext cx="2061176" cy="2952176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49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1" name="Rectángulo 15">
            <a:extLst>
              <a:ext uri="{FF2B5EF4-FFF2-40B4-BE49-F238E27FC236}">
                <a16:creationId xmlns:a16="http://schemas.microsoft.com/office/drawing/2014/main" id="{1C1B5619-B869-22E3-65B1-2A16DADC7A4B}"/>
              </a:ext>
            </a:extLst>
          </p:cNvPr>
          <p:cNvSpPr/>
          <p:nvPr/>
        </p:nvSpPr>
        <p:spPr>
          <a:xfrm>
            <a:off x="137809" y="4492721"/>
            <a:ext cx="2139732" cy="2952176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49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2" name="Rectángulo 16">
            <a:extLst>
              <a:ext uri="{FF2B5EF4-FFF2-40B4-BE49-F238E27FC236}">
                <a16:creationId xmlns:a16="http://schemas.microsoft.com/office/drawing/2014/main" id="{A5D0E33B-2C47-322F-201D-B794B1316ED6}"/>
              </a:ext>
            </a:extLst>
          </p:cNvPr>
          <p:cNvSpPr/>
          <p:nvPr/>
        </p:nvSpPr>
        <p:spPr>
          <a:xfrm>
            <a:off x="7026213" y="1225661"/>
            <a:ext cx="2100449" cy="2952176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49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3" name="Rectángulo 17">
            <a:extLst>
              <a:ext uri="{FF2B5EF4-FFF2-40B4-BE49-F238E27FC236}">
                <a16:creationId xmlns:a16="http://schemas.microsoft.com/office/drawing/2014/main" id="{81592640-A001-11B9-F34A-3AE820481A1C}"/>
              </a:ext>
            </a:extLst>
          </p:cNvPr>
          <p:cNvSpPr/>
          <p:nvPr/>
        </p:nvSpPr>
        <p:spPr>
          <a:xfrm>
            <a:off x="7026213" y="4448555"/>
            <a:ext cx="1735467" cy="2952176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49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14" name="Imagen 18">
            <a:extLst>
              <a:ext uri="{FF2B5EF4-FFF2-40B4-BE49-F238E27FC236}">
                <a16:creationId xmlns:a16="http://schemas.microsoft.com/office/drawing/2014/main" id="{30C26428-85F4-0089-07A2-8D40FC8CA8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427" t="21568" r="45264" b="27626"/>
          <a:stretch>
            <a:fillRect/>
          </a:stretch>
        </p:blipFill>
        <p:spPr>
          <a:xfrm>
            <a:off x="0" y="121185"/>
            <a:ext cx="707114" cy="69715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Imagen 19">
            <a:extLst>
              <a:ext uri="{FF2B5EF4-FFF2-40B4-BE49-F238E27FC236}">
                <a16:creationId xmlns:a16="http://schemas.microsoft.com/office/drawing/2014/main" id="{0E8B4E52-7A2E-3A21-0966-C4AEAFD443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364" t="37841" r="19049" b="27625"/>
          <a:stretch>
            <a:fillRect/>
          </a:stretch>
        </p:blipFill>
        <p:spPr>
          <a:xfrm>
            <a:off x="9042803" y="145663"/>
            <a:ext cx="713972" cy="52745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97B15DE2-CD01-99B7-A41D-3BE22543CFEC}"/>
              </a:ext>
            </a:extLst>
          </p:cNvPr>
          <p:cNvSpPr txBox="1"/>
          <p:nvPr/>
        </p:nvSpPr>
        <p:spPr>
          <a:xfrm>
            <a:off x="3649594" y="121185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Dominic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E9DEB88B-1038-FDCC-42DB-7537CC3974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60" t="27917" r="53056" b="11479"/>
          <a:stretch>
            <a:fillRect/>
          </a:stretch>
        </p:blipFill>
        <p:spPr>
          <a:xfrm rot="5400013">
            <a:off x="7221579" y="6146090"/>
            <a:ext cx="1316223" cy="15857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Rectángulo 3">
            <a:extLst>
              <a:ext uri="{FF2B5EF4-FFF2-40B4-BE49-F238E27FC236}">
                <a16:creationId xmlns:a16="http://schemas.microsoft.com/office/drawing/2014/main" id="{EE490522-4593-6044-C426-F6E79DA6922A}"/>
              </a:ext>
            </a:extLst>
          </p:cNvPr>
          <p:cNvSpPr/>
          <p:nvPr/>
        </p:nvSpPr>
        <p:spPr>
          <a:xfrm rot="5400013">
            <a:off x="7327868" y="26065"/>
            <a:ext cx="1364659" cy="1846777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Rectángulo 4">
            <a:extLst>
              <a:ext uri="{FF2B5EF4-FFF2-40B4-BE49-F238E27FC236}">
                <a16:creationId xmlns:a16="http://schemas.microsoft.com/office/drawing/2014/main" id="{CA600642-A73B-6829-89CD-38BC22B6EC1E}"/>
              </a:ext>
            </a:extLst>
          </p:cNvPr>
          <p:cNvSpPr/>
          <p:nvPr/>
        </p:nvSpPr>
        <p:spPr>
          <a:xfrm rot="5400013">
            <a:off x="7182278" y="2845507"/>
            <a:ext cx="1483549" cy="1846777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Rectángulo 5">
            <a:extLst>
              <a:ext uri="{FF2B5EF4-FFF2-40B4-BE49-F238E27FC236}">
                <a16:creationId xmlns:a16="http://schemas.microsoft.com/office/drawing/2014/main" id="{93E3163B-68AE-194B-DE0E-0A8CA16D8E72}"/>
              </a:ext>
            </a:extLst>
          </p:cNvPr>
          <p:cNvSpPr/>
          <p:nvPr/>
        </p:nvSpPr>
        <p:spPr>
          <a:xfrm rot="5400013">
            <a:off x="7223179" y="5962157"/>
            <a:ext cx="1483549" cy="1846777"/>
          </a:xfrm>
          <a:prstGeom prst="rect">
            <a:avLst/>
          </a:prstGeom>
          <a:noFill/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6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A63519BE-F68E-BC94-9BCE-21D1F0F90A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0" t="21933" r="55042" b="11628"/>
          <a:stretch>
            <a:fillRect/>
          </a:stretch>
        </p:blipFill>
        <p:spPr>
          <a:xfrm rot="5400013">
            <a:off x="7267331" y="248114"/>
            <a:ext cx="1224015" cy="154332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Picture 4" descr="Little puppy trace and color picture children Vector Image">
            <a:extLst>
              <a:ext uri="{FF2B5EF4-FFF2-40B4-BE49-F238E27FC236}">
                <a16:creationId xmlns:a16="http://schemas.microsoft.com/office/drawing/2014/main" id="{556A3FBC-5B86-A742-C970-76CCC513751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1899" t="29896" r="8802" b="27067"/>
          <a:stretch>
            <a:fillRect/>
          </a:stretch>
        </p:blipFill>
        <p:spPr>
          <a:xfrm rot="5400013">
            <a:off x="7277508" y="3019824"/>
            <a:ext cx="1214807" cy="149353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Rectángulo 14">
            <a:extLst>
              <a:ext uri="{FF2B5EF4-FFF2-40B4-BE49-F238E27FC236}">
                <a16:creationId xmlns:a16="http://schemas.microsoft.com/office/drawing/2014/main" id="{3A5BB978-00C2-0E27-3F9C-8FD7CC2FD00E}"/>
              </a:ext>
            </a:extLst>
          </p:cNvPr>
          <p:cNvSpPr/>
          <p:nvPr/>
        </p:nvSpPr>
        <p:spPr>
          <a:xfrm rot="5400013">
            <a:off x="189377" y="247332"/>
            <a:ext cx="1483549" cy="1544878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Rectángulo 15">
            <a:extLst>
              <a:ext uri="{FF2B5EF4-FFF2-40B4-BE49-F238E27FC236}">
                <a16:creationId xmlns:a16="http://schemas.microsoft.com/office/drawing/2014/main" id="{77CA61A5-9809-2FBD-A484-0422B0D5F0BC}"/>
              </a:ext>
            </a:extLst>
          </p:cNvPr>
          <p:cNvSpPr/>
          <p:nvPr/>
        </p:nvSpPr>
        <p:spPr>
          <a:xfrm rot="5400013">
            <a:off x="167560" y="2859782"/>
            <a:ext cx="1483549" cy="1544878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Rectángulo 16">
            <a:extLst>
              <a:ext uri="{FF2B5EF4-FFF2-40B4-BE49-F238E27FC236}">
                <a16:creationId xmlns:a16="http://schemas.microsoft.com/office/drawing/2014/main" id="{F5A993DF-94FD-B275-DA0D-4200E1E4EE5C}"/>
              </a:ext>
            </a:extLst>
          </p:cNvPr>
          <p:cNvSpPr/>
          <p:nvPr/>
        </p:nvSpPr>
        <p:spPr>
          <a:xfrm rot="5400013">
            <a:off x="167560" y="6001075"/>
            <a:ext cx="1483549" cy="1544878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11" name="Imagen 17">
            <a:extLst>
              <a:ext uri="{FF2B5EF4-FFF2-40B4-BE49-F238E27FC236}">
                <a16:creationId xmlns:a16="http://schemas.microsoft.com/office/drawing/2014/main" id="{D985771A-7F0E-FFB4-5AB1-200C1381EE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587" t="60459" r="39961" b="7763"/>
          <a:stretch>
            <a:fillRect/>
          </a:stretch>
        </p:blipFill>
        <p:spPr>
          <a:xfrm rot="16200004">
            <a:off x="3712472" y="1128489"/>
            <a:ext cx="1214807" cy="527620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Imagen 18">
            <a:extLst>
              <a:ext uri="{FF2B5EF4-FFF2-40B4-BE49-F238E27FC236}">
                <a16:creationId xmlns:a16="http://schemas.microsoft.com/office/drawing/2014/main" id="{20BECF63-8FA3-244E-DFBB-05BA1B7149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857" t="37281" r="55716" b="7946"/>
          <a:stretch>
            <a:fillRect/>
          </a:stretch>
        </p:blipFill>
        <p:spPr>
          <a:xfrm rot="16200004">
            <a:off x="3615335" y="-1623764"/>
            <a:ext cx="1494431" cy="527620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Imagen 19">
            <a:extLst>
              <a:ext uri="{FF2B5EF4-FFF2-40B4-BE49-F238E27FC236}">
                <a16:creationId xmlns:a16="http://schemas.microsoft.com/office/drawing/2014/main" id="{C2F5D120-CF25-F1D3-1225-A245FF0278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857" t="37281" r="55716" b="7946"/>
          <a:stretch>
            <a:fillRect/>
          </a:stretch>
        </p:blipFill>
        <p:spPr>
          <a:xfrm rot="16200004">
            <a:off x="3572670" y="4214917"/>
            <a:ext cx="1494431" cy="509265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Imagen 1">
            <a:extLst>
              <a:ext uri="{FF2B5EF4-FFF2-40B4-BE49-F238E27FC236}">
                <a16:creationId xmlns:a16="http://schemas.microsoft.com/office/drawing/2014/main" id="{43AC9BCB-E290-A5BC-8C37-897A2B4A7A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427" t="21568" r="45264" b="27626"/>
          <a:stretch>
            <a:fillRect/>
          </a:stretch>
        </p:blipFill>
        <p:spPr>
          <a:xfrm rot="5400013">
            <a:off x="8985585" y="98843"/>
            <a:ext cx="707114" cy="69715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Imagen 2">
            <a:extLst>
              <a:ext uri="{FF2B5EF4-FFF2-40B4-BE49-F238E27FC236}">
                <a16:creationId xmlns:a16="http://schemas.microsoft.com/office/drawing/2014/main" id="{85E854AE-A568-128B-8B8B-208243C906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364" t="37841" r="19049" b="27625"/>
          <a:stretch>
            <a:fillRect/>
          </a:stretch>
        </p:blipFill>
        <p:spPr>
          <a:xfrm rot="5400013">
            <a:off x="9078016" y="7060988"/>
            <a:ext cx="713972" cy="52745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6E6B9B42-5948-4CC6-5122-B0169C310C43}"/>
              </a:ext>
            </a:extLst>
          </p:cNvPr>
          <p:cNvSpPr txBox="1"/>
          <p:nvPr/>
        </p:nvSpPr>
        <p:spPr>
          <a:xfrm rot="5400000">
            <a:off x="7796670" y="3309056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Dominic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F12D908D-6AF2-BD2D-495B-7DE342D158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507" t="17045" r="11444" b="2647"/>
          <a:stretch>
            <a:fillRect/>
          </a:stretch>
        </p:blipFill>
        <p:spPr>
          <a:xfrm rot="2190807">
            <a:off x="5520732" y="2111260"/>
            <a:ext cx="723464" cy="1781351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3" name="Marcador de contenido 5">
            <a:extLst>
              <a:ext uri="{FF2B5EF4-FFF2-40B4-BE49-F238E27FC236}">
                <a16:creationId xmlns:a16="http://schemas.microsoft.com/office/drawing/2014/main" id="{67F595FC-0DE5-7F2A-C588-89B123D3C05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7857" y="141558"/>
          <a:ext cx="6505296" cy="7492444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626324">
                  <a:extLst>
                    <a:ext uri="{9D8B030D-6E8A-4147-A177-3AD203B41FA5}">
                      <a16:colId xmlns:a16="http://schemas.microsoft.com/office/drawing/2014/main" val="260653462"/>
                    </a:ext>
                  </a:extLst>
                </a:gridCol>
                <a:gridCol w="1626324">
                  <a:extLst>
                    <a:ext uri="{9D8B030D-6E8A-4147-A177-3AD203B41FA5}">
                      <a16:colId xmlns:a16="http://schemas.microsoft.com/office/drawing/2014/main" val="4150225360"/>
                    </a:ext>
                  </a:extLst>
                </a:gridCol>
                <a:gridCol w="1626324">
                  <a:extLst>
                    <a:ext uri="{9D8B030D-6E8A-4147-A177-3AD203B41FA5}">
                      <a16:colId xmlns:a16="http://schemas.microsoft.com/office/drawing/2014/main" val="1926491000"/>
                    </a:ext>
                  </a:extLst>
                </a:gridCol>
                <a:gridCol w="1626324">
                  <a:extLst>
                    <a:ext uri="{9D8B030D-6E8A-4147-A177-3AD203B41FA5}">
                      <a16:colId xmlns:a16="http://schemas.microsoft.com/office/drawing/2014/main" val="2565031486"/>
                    </a:ext>
                  </a:extLst>
                </a:gridCol>
              </a:tblGrid>
              <a:tr h="187311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180364"/>
                  </a:ext>
                </a:extLst>
              </a:tr>
              <a:tr h="187311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77"/>
                  </a:ext>
                </a:extLst>
              </a:tr>
              <a:tr h="187311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2985549"/>
                  </a:ext>
                </a:extLst>
              </a:tr>
              <a:tr h="187311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5554844"/>
                  </a:ext>
                </a:extLst>
              </a:tr>
            </a:tbl>
          </a:graphicData>
        </a:graphic>
      </p:graphicFrame>
      <p:pic>
        <p:nvPicPr>
          <p:cNvPr id="4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85008644-DBB8-2553-A754-78210B0FE8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174" t="21083" r="7568" b="12478"/>
          <a:stretch>
            <a:fillRect/>
          </a:stretch>
        </p:blipFill>
        <p:spPr>
          <a:xfrm rot="5400013">
            <a:off x="5382148" y="270644"/>
            <a:ext cx="1168584" cy="147342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40223568-5BE4-227A-6D2F-740AD8070F9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3309" t="28700" r="6007" b="10696"/>
          <a:stretch>
            <a:fillRect/>
          </a:stretch>
        </p:blipFill>
        <p:spPr>
          <a:xfrm rot="5400013">
            <a:off x="1929329" y="381040"/>
            <a:ext cx="1400961" cy="14755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1FC9A8E6-D1F2-E7D6-1D4B-67DD455461C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53" t="14830" r="65574" b="47243"/>
          <a:stretch>
            <a:fillRect/>
          </a:stretch>
        </p:blipFill>
        <p:spPr>
          <a:xfrm rot="5400013">
            <a:off x="1861421" y="2126708"/>
            <a:ext cx="1536777" cy="14755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Imagen 21">
            <a:extLst>
              <a:ext uri="{FF2B5EF4-FFF2-40B4-BE49-F238E27FC236}">
                <a16:creationId xmlns:a16="http://schemas.microsoft.com/office/drawing/2014/main" id="{CB57BB3F-10B6-99D1-E716-07842F57D23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427" t="21568" r="45264" b="27626"/>
          <a:stretch>
            <a:fillRect/>
          </a:stretch>
        </p:blipFill>
        <p:spPr>
          <a:xfrm rot="5400013">
            <a:off x="9084403" y="4768"/>
            <a:ext cx="677131" cy="66759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Imagen 22">
            <a:extLst>
              <a:ext uri="{FF2B5EF4-FFF2-40B4-BE49-F238E27FC236}">
                <a16:creationId xmlns:a16="http://schemas.microsoft.com/office/drawing/2014/main" id="{C70485F8-EBC7-83B1-DA18-B7FC10AE7A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344" t="40393" r="19049" b="27625"/>
          <a:stretch>
            <a:fillRect/>
          </a:stretch>
        </p:blipFill>
        <p:spPr>
          <a:xfrm rot="5400013">
            <a:off x="8901876" y="6854360"/>
            <a:ext cx="1015541" cy="69425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1108769B-48AC-A9E7-37BB-09A5E9BF88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507" t="17045" r="11444" b="2647"/>
          <a:stretch>
            <a:fillRect/>
          </a:stretch>
        </p:blipFill>
        <p:spPr>
          <a:xfrm rot="2190807">
            <a:off x="5484302" y="5716730"/>
            <a:ext cx="723464" cy="178135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563970EB-21CB-DFCD-0C46-50F6E862C7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174" t="21083" r="7568" b="12478"/>
          <a:stretch>
            <a:fillRect/>
          </a:stretch>
        </p:blipFill>
        <p:spPr>
          <a:xfrm rot="5400013">
            <a:off x="5345719" y="3876124"/>
            <a:ext cx="1168584" cy="147342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FB8093E3-B154-68AD-2381-C5DF06114D5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3309" t="28700" r="6007" b="10696"/>
          <a:stretch>
            <a:fillRect/>
          </a:stretch>
        </p:blipFill>
        <p:spPr>
          <a:xfrm rot="5400013">
            <a:off x="1929329" y="4105373"/>
            <a:ext cx="1400961" cy="14755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B2CA6DED-E954-85AD-FD7C-A169AAAF0CE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53" t="14830" r="65574" b="47243"/>
          <a:stretch>
            <a:fillRect/>
          </a:stretch>
        </p:blipFill>
        <p:spPr>
          <a:xfrm rot="5400013">
            <a:off x="1861421" y="5851050"/>
            <a:ext cx="1536777" cy="14755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Imagen 19">
            <a:extLst>
              <a:ext uri="{FF2B5EF4-FFF2-40B4-BE49-F238E27FC236}">
                <a16:creationId xmlns:a16="http://schemas.microsoft.com/office/drawing/2014/main" id="{01AE25F5-B9D2-CFB8-114C-013D6D95A0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533" t="41215" r="39578" b="4472"/>
          <a:stretch>
            <a:fillRect/>
          </a:stretch>
        </p:blipFill>
        <p:spPr>
          <a:xfrm rot="10799991">
            <a:off x="6949257" y="141549"/>
            <a:ext cx="1774603" cy="763402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829D6699-ED4D-CCF2-BAE4-6EF8A8D3D8D6}"/>
              </a:ext>
            </a:extLst>
          </p:cNvPr>
          <p:cNvSpPr txBox="1"/>
          <p:nvPr/>
        </p:nvSpPr>
        <p:spPr>
          <a:xfrm rot="5400000">
            <a:off x="7741908" y="3430926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Dominic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upo 4">
            <a:extLst>
              <a:ext uri="{FF2B5EF4-FFF2-40B4-BE49-F238E27FC236}">
                <a16:creationId xmlns:a16="http://schemas.microsoft.com/office/drawing/2014/main" id="{BEC63B93-9821-7E10-D25E-4EDE28AC4672}"/>
              </a:ext>
            </a:extLst>
          </p:cNvPr>
          <p:cNvGrpSpPr/>
          <p:nvPr/>
        </p:nvGrpSpPr>
        <p:grpSpPr>
          <a:xfrm>
            <a:off x="3419966" y="5453739"/>
            <a:ext cx="5410533" cy="2066077"/>
            <a:chOff x="3419966" y="5453739"/>
            <a:chExt cx="5410533" cy="2066077"/>
          </a:xfrm>
        </p:grpSpPr>
        <p:pic>
          <p:nvPicPr>
            <p:cNvPr id="3" name="Picture 2" descr="Trace And Color Carrot Vector Art, Icons, and Graphics for Free Download">
              <a:extLst>
                <a:ext uri="{FF2B5EF4-FFF2-40B4-BE49-F238E27FC236}">
                  <a16:creationId xmlns:a16="http://schemas.microsoft.com/office/drawing/2014/main" id="{32EA6308-C277-6DB4-93B9-CC396EB68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7990" t="14134" r="58961" b="5558"/>
            <a:stretch>
              <a:fillRect/>
            </a:stretch>
          </p:blipFill>
          <p:spPr>
            <a:xfrm rot="7919709">
              <a:off x="7483054" y="5498924"/>
              <a:ext cx="838038" cy="1856853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4" name="Picture 4" descr="lindo pez tropical - una imagen para colorear. peces ...">
              <a:extLst>
                <a:ext uri="{FF2B5EF4-FFF2-40B4-BE49-F238E27FC236}">
                  <a16:creationId xmlns:a16="http://schemas.microsoft.com/office/drawing/2014/main" id="{F16E6607-F0EC-EC27-9C78-66541D0672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26" t="8253" r="1720" b="9685"/>
            <a:stretch>
              <a:fillRect/>
            </a:stretch>
          </p:blipFill>
          <p:spPr>
            <a:xfrm rot="7502607">
              <a:off x="3234869" y="6054756"/>
              <a:ext cx="2066077" cy="864043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5" name="Rectángulo 6">
              <a:extLst>
                <a:ext uri="{FF2B5EF4-FFF2-40B4-BE49-F238E27FC236}">
                  <a16:creationId xmlns:a16="http://schemas.microsoft.com/office/drawing/2014/main" id="{55A23C88-8F77-0638-8ABA-CBCB6F08D9B4}"/>
                </a:ext>
              </a:extLst>
            </p:cNvPr>
            <p:cNvSpPr/>
            <p:nvPr/>
          </p:nvSpPr>
          <p:spPr>
            <a:xfrm rot="5400013">
              <a:off x="7002264" y="5650050"/>
              <a:ext cx="1907036" cy="1695882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custDash>
                <a:ds d="300000" sp="3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CO" sz="1767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6" name="Rectángulo 8">
              <a:extLst>
                <a:ext uri="{FF2B5EF4-FFF2-40B4-BE49-F238E27FC236}">
                  <a16:creationId xmlns:a16="http://schemas.microsoft.com/office/drawing/2014/main" id="{2E2233E7-F816-4664-5EAD-95AA31A23211}"/>
                </a:ext>
              </a:extLst>
            </p:cNvPr>
            <p:cNvSpPr/>
            <p:nvPr/>
          </p:nvSpPr>
          <p:spPr>
            <a:xfrm rot="5400013">
              <a:off x="5158322" y="5650050"/>
              <a:ext cx="1907036" cy="1695882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custDash>
                <a:ds d="300000" sp="3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CO" sz="1767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7" name="Rectángulo 10">
              <a:extLst>
                <a:ext uri="{FF2B5EF4-FFF2-40B4-BE49-F238E27FC236}">
                  <a16:creationId xmlns:a16="http://schemas.microsoft.com/office/drawing/2014/main" id="{ACD9B484-84CC-65E1-5F0D-41A1E911CD9E}"/>
                </a:ext>
              </a:extLst>
            </p:cNvPr>
            <p:cNvSpPr/>
            <p:nvPr/>
          </p:nvSpPr>
          <p:spPr>
            <a:xfrm rot="5400013">
              <a:off x="3314389" y="5650050"/>
              <a:ext cx="1907036" cy="1695882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custDash>
                <a:ds d="300000" sp="3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CO" sz="1767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pic>
          <p:nvPicPr>
            <p:cNvPr id="8" name="Picture 2" descr="Comida de perro - Iconos gratis de animales">
              <a:extLst>
                <a:ext uri="{FF2B5EF4-FFF2-40B4-BE49-F238E27FC236}">
                  <a16:creationId xmlns:a16="http://schemas.microsoft.com/office/drawing/2014/main" id="{E30AD988-F14F-A8A0-16BC-873E6FA60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>
            <a:xfrm rot="5400013">
              <a:off x="5169542" y="5638830"/>
              <a:ext cx="1884596" cy="1695882"/>
            </a:xfrm>
            <a:prstGeom prst="rect">
              <a:avLst/>
            </a:prstGeom>
            <a:noFill/>
            <a:ln cap="flat">
              <a:noFill/>
            </a:ln>
          </p:spPr>
        </p:pic>
      </p:grpSp>
      <p:grpSp>
        <p:nvGrpSpPr>
          <p:cNvPr id="9" name="Grupo 2">
            <a:extLst>
              <a:ext uri="{FF2B5EF4-FFF2-40B4-BE49-F238E27FC236}">
                <a16:creationId xmlns:a16="http://schemas.microsoft.com/office/drawing/2014/main" id="{FD8078FF-E68D-12AB-4AD9-D2801CA95B57}"/>
              </a:ext>
            </a:extLst>
          </p:cNvPr>
          <p:cNvGrpSpPr/>
          <p:nvPr/>
        </p:nvGrpSpPr>
        <p:grpSpPr>
          <a:xfrm>
            <a:off x="3477135" y="194967"/>
            <a:ext cx="5443267" cy="1865193"/>
            <a:chOff x="3477135" y="194967"/>
            <a:chExt cx="5443267" cy="1865193"/>
          </a:xfrm>
        </p:grpSpPr>
        <p:pic>
          <p:nvPicPr>
            <p:cNvPr id="10" name="Picture 4" descr="Trace and color cute Easter bunny. Worksheet for children. 5494411 Vector  Art at Vecteezy">
              <a:extLst>
                <a:ext uri="{FF2B5EF4-FFF2-40B4-BE49-F238E27FC236}">
                  <a16:creationId xmlns:a16="http://schemas.microsoft.com/office/drawing/2014/main" id="{0EE674E8-C54F-6CB1-E7CA-F57CFA10803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7700" t="21933" r="55042" b="11628"/>
            <a:stretch>
              <a:fillRect/>
            </a:stretch>
          </p:blipFill>
          <p:spPr>
            <a:xfrm rot="5400013">
              <a:off x="3713666" y="329709"/>
              <a:ext cx="1360490" cy="1595701"/>
            </a:xfrm>
            <a:prstGeom prst="rect">
              <a:avLst/>
            </a:prstGeom>
            <a:noFill/>
            <a:ln cap="flat">
              <a:noFill/>
            </a:ln>
          </p:spPr>
        </p:pic>
        <p:grpSp>
          <p:nvGrpSpPr>
            <p:cNvPr id="11" name="Grupo 1">
              <a:extLst>
                <a:ext uri="{FF2B5EF4-FFF2-40B4-BE49-F238E27FC236}">
                  <a16:creationId xmlns:a16="http://schemas.microsoft.com/office/drawing/2014/main" id="{D81849FF-443F-A9F1-439F-D008747BC664}"/>
                </a:ext>
              </a:extLst>
            </p:cNvPr>
            <p:cNvGrpSpPr/>
            <p:nvPr/>
          </p:nvGrpSpPr>
          <p:grpSpPr>
            <a:xfrm>
              <a:off x="3477135" y="194967"/>
              <a:ext cx="5443267" cy="1865193"/>
              <a:chOff x="3477135" y="194967"/>
              <a:chExt cx="5443267" cy="1865193"/>
            </a:xfrm>
          </p:grpSpPr>
          <p:sp>
            <p:nvSpPr>
              <p:cNvPr id="12" name="Rectángulo 5">
                <a:extLst>
                  <a:ext uri="{FF2B5EF4-FFF2-40B4-BE49-F238E27FC236}">
                    <a16:creationId xmlns:a16="http://schemas.microsoft.com/office/drawing/2014/main" id="{F6A1C6D5-A993-4908-1563-C9CCFEC77EAF}"/>
                  </a:ext>
                </a:extLst>
              </p:cNvPr>
              <p:cNvSpPr/>
              <p:nvPr/>
            </p:nvSpPr>
            <p:spPr>
              <a:xfrm rot="5400013">
                <a:off x="7130491" y="270250"/>
                <a:ext cx="1865193" cy="1714628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custDash>
                  <a:ds d="300000" sp="3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s-CO" sz="1767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endParaRPr>
              </a:p>
            </p:txBody>
          </p:sp>
          <p:sp>
            <p:nvSpPr>
              <p:cNvPr id="13" name="Rectángulo 7">
                <a:extLst>
                  <a:ext uri="{FF2B5EF4-FFF2-40B4-BE49-F238E27FC236}">
                    <a16:creationId xmlns:a16="http://schemas.microsoft.com/office/drawing/2014/main" id="{03796286-B5C3-2967-C6F8-0137683BE087}"/>
                  </a:ext>
                </a:extLst>
              </p:cNvPr>
              <p:cNvSpPr/>
              <p:nvPr/>
            </p:nvSpPr>
            <p:spPr>
              <a:xfrm rot="5400013">
                <a:off x="5266176" y="270250"/>
                <a:ext cx="1865193" cy="1714628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custDash>
                  <a:ds d="300000" sp="3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s-CO" sz="1767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endParaRPr>
              </a:p>
            </p:txBody>
          </p:sp>
          <p:sp>
            <p:nvSpPr>
              <p:cNvPr id="14" name="Rectángulo 9">
                <a:extLst>
                  <a:ext uri="{FF2B5EF4-FFF2-40B4-BE49-F238E27FC236}">
                    <a16:creationId xmlns:a16="http://schemas.microsoft.com/office/drawing/2014/main" id="{00251954-9E80-AD83-A1C6-EB8930D22A52}"/>
                  </a:ext>
                </a:extLst>
              </p:cNvPr>
              <p:cNvSpPr/>
              <p:nvPr/>
            </p:nvSpPr>
            <p:spPr>
              <a:xfrm rot="5400013">
                <a:off x="3401852" y="270250"/>
                <a:ext cx="1865193" cy="1714628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custDash>
                  <a:ds d="300000" sp="3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s-CO" sz="1767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endParaRPr>
              </a:p>
            </p:txBody>
          </p:sp>
          <p:pic>
            <p:nvPicPr>
              <p:cNvPr id="15" name="Picture 4" descr="Little puppy trace and color picture children Vector Image">
                <a:extLst>
                  <a:ext uri="{FF2B5EF4-FFF2-40B4-BE49-F238E27FC236}">
                    <a16:creationId xmlns:a16="http://schemas.microsoft.com/office/drawing/2014/main" id="{CC58AEA8-33F0-4EE2-78F8-43A2199614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51899" t="29896" r="8802" b="27067"/>
              <a:stretch>
                <a:fillRect/>
              </a:stretch>
            </p:blipFill>
            <p:spPr>
              <a:xfrm rot="5400013">
                <a:off x="7091387" y="370584"/>
                <a:ext cx="1771247" cy="1420017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6" name="Picture 6" descr="Trace and color cute gray cat. Worksheet for children. 10226176 Vector Art  at Vecteezy">
                <a:extLst>
                  <a:ext uri="{FF2B5EF4-FFF2-40B4-BE49-F238E27FC236}">
                    <a16:creationId xmlns:a16="http://schemas.microsoft.com/office/drawing/2014/main" id="{84EC1F82-FFA5-053C-1FD8-5CADBDCC2C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260" t="27917" r="53056" b="11479"/>
              <a:stretch>
                <a:fillRect/>
              </a:stretch>
            </p:blipFill>
            <p:spPr>
              <a:xfrm rot="5400013">
                <a:off x="5392348" y="337464"/>
                <a:ext cx="1612837" cy="1580202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</p:grpSp>
      <p:pic>
        <p:nvPicPr>
          <p:cNvPr id="17" name="Picture 2" descr="Premium Vector | Cut and glue game for kids with cute horse. cutting  practice for preschoolers.">
            <a:extLst>
              <a:ext uri="{FF2B5EF4-FFF2-40B4-BE49-F238E27FC236}">
                <a16:creationId xmlns:a16="http://schemas.microsoft.com/office/drawing/2014/main" id="{78FB4632-60A1-6B8F-0199-CDEB9DB208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72" t="9359" r="13304" b="48468"/>
          <a:stretch>
            <a:fillRect/>
          </a:stretch>
        </p:blipFill>
        <p:spPr>
          <a:xfrm rot="5400013">
            <a:off x="-1979695" y="2208751"/>
            <a:ext cx="7454435" cy="322595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8" name="Imagen 19">
            <a:extLst>
              <a:ext uri="{FF2B5EF4-FFF2-40B4-BE49-F238E27FC236}">
                <a16:creationId xmlns:a16="http://schemas.microsoft.com/office/drawing/2014/main" id="{1C7AEFB9-7149-BADC-A60B-3A2CAC4184F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5427" t="21568" r="45264" b="27626"/>
          <a:stretch>
            <a:fillRect/>
          </a:stretch>
        </p:blipFill>
        <p:spPr>
          <a:xfrm rot="5400013">
            <a:off x="8988857" y="99281"/>
            <a:ext cx="677131" cy="66759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9" name="Imagen 20">
            <a:extLst>
              <a:ext uri="{FF2B5EF4-FFF2-40B4-BE49-F238E27FC236}">
                <a16:creationId xmlns:a16="http://schemas.microsoft.com/office/drawing/2014/main" id="{3CA18F39-283F-6ED3-7EED-B80EDDCB9CB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4344" t="40393" r="19049" b="27625"/>
          <a:stretch>
            <a:fillRect/>
          </a:stretch>
        </p:blipFill>
        <p:spPr>
          <a:xfrm rot="5400013">
            <a:off x="8842856" y="6869681"/>
            <a:ext cx="1069271" cy="73098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3181AED3-3799-85EF-DA7E-61E2EB878D10}"/>
              </a:ext>
            </a:extLst>
          </p:cNvPr>
          <p:cNvSpPr txBox="1"/>
          <p:nvPr/>
        </p:nvSpPr>
        <p:spPr>
          <a:xfrm rot="5400000">
            <a:off x="7741908" y="3430926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Dominic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0E880809-BDC0-5A02-26AD-6471CC1107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290" t="31788" r="51099" b="13207"/>
          <a:stretch>
            <a:fillRect/>
          </a:stretch>
        </p:blipFill>
        <p:spPr>
          <a:xfrm rot="5400013">
            <a:off x="5385843" y="346877"/>
            <a:ext cx="1441487" cy="125668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Rectángulo 4">
            <a:extLst>
              <a:ext uri="{FF2B5EF4-FFF2-40B4-BE49-F238E27FC236}">
                <a16:creationId xmlns:a16="http://schemas.microsoft.com/office/drawing/2014/main" id="{733B1E95-3EBC-3FE8-7F0C-492271F50472}"/>
              </a:ext>
            </a:extLst>
          </p:cNvPr>
          <p:cNvSpPr/>
          <p:nvPr/>
        </p:nvSpPr>
        <p:spPr>
          <a:xfrm rot="5400013">
            <a:off x="7246112" y="135381"/>
            <a:ext cx="1423985" cy="1630375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7030A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Rectángulo 5">
            <a:extLst>
              <a:ext uri="{FF2B5EF4-FFF2-40B4-BE49-F238E27FC236}">
                <a16:creationId xmlns:a16="http://schemas.microsoft.com/office/drawing/2014/main" id="{76FF864B-E426-5125-C0D2-9F5F8D396D7E}"/>
              </a:ext>
            </a:extLst>
          </p:cNvPr>
          <p:cNvSpPr/>
          <p:nvPr/>
        </p:nvSpPr>
        <p:spPr>
          <a:xfrm rot="5400013">
            <a:off x="5427037" y="150317"/>
            <a:ext cx="1408084" cy="1616421"/>
          </a:xfrm>
          <a:prstGeom prst="rect">
            <a:avLst/>
          </a:prstGeom>
          <a:noFill/>
          <a:ln w="38103" cap="flat">
            <a:solidFill>
              <a:srgbClr val="00B0F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Rectángulo 6">
            <a:extLst>
              <a:ext uri="{FF2B5EF4-FFF2-40B4-BE49-F238E27FC236}">
                <a16:creationId xmlns:a16="http://schemas.microsoft.com/office/drawing/2014/main" id="{38060F9B-7209-0945-A7C8-50D2BD10F9CF}"/>
              </a:ext>
            </a:extLst>
          </p:cNvPr>
          <p:cNvSpPr/>
          <p:nvPr/>
        </p:nvSpPr>
        <p:spPr>
          <a:xfrm rot="5400013">
            <a:off x="3635673" y="107651"/>
            <a:ext cx="1336724" cy="1630375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FF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Rectángulo 7">
            <a:extLst>
              <a:ext uri="{FF2B5EF4-FFF2-40B4-BE49-F238E27FC236}">
                <a16:creationId xmlns:a16="http://schemas.microsoft.com/office/drawing/2014/main" id="{158416AA-DD09-A6CB-D717-97A2A286D3CB}"/>
              </a:ext>
            </a:extLst>
          </p:cNvPr>
          <p:cNvSpPr/>
          <p:nvPr/>
        </p:nvSpPr>
        <p:spPr>
          <a:xfrm rot="5400013">
            <a:off x="7483495" y="6204771"/>
            <a:ext cx="1245778" cy="1544878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B0F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7" name="Picture 2" descr="Página para colorear de estanque » Descarga gratuita » Artus Art">
            <a:extLst>
              <a:ext uri="{FF2B5EF4-FFF2-40B4-BE49-F238E27FC236}">
                <a16:creationId xmlns:a16="http://schemas.microsoft.com/office/drawing/2014/main" id="{B25BEF3D-C393-20C0-6C9E-42DA832172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5400013">
            <a:off x="7520071" y="6283766"/>
            <a:ext cx="1119563" cy="13868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Rectángulo 13">
            <a:extLst>
              <a:ext uri="{FF2B5EF4-FFF2-40B4-BE49-F238E27FC236}">
                <a16:creationId xmlns:a16="http://schemas.microsoft.com/office/drawing/2014/main" id="{027B79DE-C912-6F29-2FA1-CA36A7861C3C}"/>
              </a:ext>
            </a:extLst>
          </p:cNvPr>
          <p:cNvSpPr/>
          <p:nvPr/>
        </p:nvSpPr>
        <p:spPr>
          <a:xfrm rot="5400013">
            <a:off x="5800349" y="6194429"/>
            <a:ext cx="1245778" cy="1439357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FF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Rectángulo 14">
            <a:extLst>
              <a:ext uri="{FF2B5EF4-FFF2-40B4-BE49-F238E27FC236}">
                <a16:creationId xmlns:a16="http://schemas.microsoft.com/office/drawing/2014/main" id="{CF39A520-716A-8122-29F4-6DFAA0708B3D}"/>
              </a:ext>
            </a:extLst>
          </p:cNvPr>
          <p:cNvSpPr/>
          <p:nvPr/>
        </p:nvSpPr>
        <p:spPr>
          <a:xfrm rot="5400013">
            <a:off x="4093796" y="6227402"/>
            <a:ext cx="1245778" cy="1470592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7030A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10" name="Picture 4" descr="Granja Para Colorear">
            <a:extLst>
              <a:ext uri="{FF2B5EF4-FFF2-40B4-BE49-F238E27FC236}">
                <a16:creationId xmlns:a16="http://schemas.microsoft.com/office/drawing/2014/main" id="{BF480134-C52F-B9D2-2E02-DE50C7D0656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 rot="5400013">
            <a:off x="5958591" y="6540396"/>
            <a:ext cx="987359" cy="97403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12" descr="Premium Vector | Trace and color for kids horse vector">
            <a:extLst>
              <a:ext uri="{FF2B5EF4-FFF2-40B4-BE49-F238E27FC236}">
                <a16:creationId xmlns:a16="http://schemas.microsoft.com/office/drawing/2014/main" id="{7CA79124-D3A1-4384-832B-E62D291B730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870" t="30198" r="6944" b="5871"/>
          <a:stretch>
            <a:fillRect/>
          </a:stretch>
        </p:blipFill>
        <p:spPr>
          <a:xfrm rot="5400013">
            <a:off x="3845244" y="297372"/>
            <a:ext cx="1178725" cy="125288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Picture 6" descr="Dibujo de Casa de perro para colorear | Dibujos para colorear imprimir  gratis">
            <a:extLst>
              <a:ext uri="{FF2B5EF4-FFF2-40B4-BE49-F238E27FC236}">
                <a16:creationId xmlns:a16="http://schemas.microsoft.com/office/drawing/2014/main" id="{9E6EBA5F-B766-54D0-AB22-FCA057C6DA7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 rot="5400013">
            <a:off x="4171904" y="6458782"/>
            <a:ext cx="1089553" cy="103507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Picture 8" descr="Little puppy trace and color picture children Vector Image">
            <a:extLst>
              <a:ext uri="{FF2B5EF4-FFF2-40B4-BE49-F238E27FC236}">
                <a16:creationId xmlns:a16="http://schemas.microsoft.com/office/drawing/2014/main" id="{E2BD9380-B11D-8DBC-5E3A-6C9B38D523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977" t="31808" r="8751" b="28112"/>
          <a:stretch>
            <a:fillRect/>
          </a:stretch>
        </p:blipFill>
        <p:spPr>
          <a:xfrm rot="5400013">
            <a:off x="7127080" y="444637"/>
            <a:ext cx="1254081" cy="100724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Picture 10" descr="Premium Vector | Cut and glue game for kids cute turkey">
            <a:extLst>
              <a:ext uri="{FF2B5EF4-FFF2-40B4-BE49-F238E27FC236}">
                <a16:creationId xmlns:a16="http://schemas.microsoft.com/office/drawing/2014/main" id="{10F7C227-6CA1-97C9-D930-024C83045B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29" t="9285" r="13151" b="48890"/>
          <a:stretch>
            <a:fillRect/>
          </a:stretch>
        </p:blipFill>
        <p:spPr>
          <a:xfrm rot="5400013">
            <a:off x="-1234633" y="2152616"/>
            <a:ext cx="5818967" cy="341023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Imagen 17">
            <a:extLst>
              <a:ext uri="{FF2B5EF4-FFF2-40B4-BE49-F238E27FC236}">
                <a16:creationId xmlns:a16="http://schemas.microsoft.com/office/drawing/2014/main" id="{223064C5-E4D7-2736-25E3-8A0AF3F1E2D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5427" t="21568" r="45264" b="27626"/>
          <a:stretch>
            <a:fillRect/>
          </a:stretch>
        </p:blipFill>
        <p:spPr>
          <a:xfrm rot="5400013">
            <a:off x="8936905" y="167828"/>
            <a:ext cx="760378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6" name="Imagen 20">
            <a:extLst>
              <a:ext uri="{FF2B5EF4-FFF2-40B4-BE49-F238E27FC236}">
                <a16:creationId xmlns:a16="http://schemas.microsoft.com/office/drawing/2014/main" id="{BF52DD8A-0569-2C6D-1696-2C7144640ED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4364" t="37841" r="19049" b="27625"/>
          <a:stretch>
            <a:fillRect/>
          </a:stretch>
        </p:blipFill>
        <p:spPr>
          <a:xfrm rot="5400013">
            <a:off x="8816818" y="6717886"/>
            <a:ext cx="1014764" cy="74966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C2074C13-3254-C53E-3B4F-A8DBF104AD13}"/>
              </a:ext>
            </a:extLst>
          </p:cNvPr>
          <p:cNvSpPr txBox="1"/>
          <p:nvPr/>
        </p:nvSpPr>
        <p:spPr>
          <a:xfrm rot="5400000">
            <a:off x="7741908" y="3430926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Mariángel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4" descr="Trace and color cute colorful Easter egg. Worksheet for children. 5360154  Vector Art at Vecteezy">
            <a:extLst>
              <a:ext uri="{FF2B5EF4-FFF2-40B4-BE49-F238E27FC236}">
                <a16:creationId xmlns:a16="http://schemas.microsoft.com/office/drawing/2014/main" id="{94701411-0A8C-6F1A-A9C1-42A097880D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406" t="22205" r="54716" b="14471"/>
          <a:stretch>
            <a:fillRect/>
          </a:stretch>
        </p:blipFill>
        <p:spPr>
          <a:xfrm>
            <a:off x="94960" y="967206"/>
            <a:ext cx="5151574" cy="680836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9838F701-5E60-CCB1-8C7F-18B2D74E1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174" t="21083" r="7568" b="12478"/>
          <a:stretch>
            <a:fillRect/>
          </a:stretch>
        </p:blipFill>
        <p:spPr>
          <a:xfrm>
            <a:off x="5297914" y="603997"/>
            <a:ext cx="1168584" cy="147342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40453EB6-C1FD-142D-FD3B-EFCF3FC3920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309" t="28700" r="6007" b="10696"/>
          <a:stretch>
            <a:fillRect/>
          </a:stretch>
        </p:blipFill>
        <p:spPr>
          <a:xfrm>
            <a:off x="8195355" y="769522"/>
            <a:ext cx="1154814" cy="121631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Rectángulo 6">
            <a:extLst>
              <a:ext uri="{FF2B5EF4-FFF2-40B4-BE49-F238E27FC236}">
                <a16:creationId xmlns:a16="http://schemas.microsoft.com/office/drawing/2014/main" id="{CDF4FE41-C586-7AE9-F0DF-D2150E9CCCE3}"/>
              </a:ext>
            </a:extLst>
          </p:cNvPr>
          <p:cNvSpPr/>
          <p:nvPr/>
        </p:nvSpPr>
        <p:spPr>
          <a:xfrm>
            <a:off x="5328812" y="605479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ángulo 7">
            <a:extLst>
              <a:ext uri="{FF2B5EF4-FFF2-40B4-BE49-F238E27FC236}">
                <a16:creationId xmlns:a16="http://schemas.microsoft.com/office/drawing/2014/main" id="{4D995A05-0488-CC71-6703-5A5D496FCAA3}"/>
              </a:ext>
            </a:extLst>
          </p:cNvPr>
          <p:cNvSpPr/>
          <p:nvPr/>
        </p:nvSpPr>
        <p:spPr>
          <a:xfrm>
            <a:off x="8100843" y="642457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Rectángulo 8">
            <a:extLst>
              <a:ext uri="{FF2B5EF4-FFF2-40B4-BE49-F238E27FC236}">
                <a16:creationId xmlns:a16="http://schemas.microsoft.com/office/drawing/2014/main" id="{3D2764F9-A633-0D6C-A76B-8226BE9FA7F3}"/>
              </a:ext>
            </a:extLst>
          </p:cNvPr>
          <p:cNvSpPr/>
          <p:nvPr/>
        </p:nvSpPr>
        <p:spPr>
          <a:xfrm>
            <a:off x="5328812" y="6153409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8" name="Rectángulo 9">
            <a:extLst>
              <a:ext uri="{FF2B5EF4-FFF2-40B4-BE49-F238E27FC236}">
                <a16:creationId xmlns:a16="http://schemas.microsoft.com/office/drawing/2014/main" id="{50DD9EB0-CD1A-7044-FDA3-E008116B235D}"/>
              </a:ext>
            </a:extLst>
          </p:cNvPr>
          <p:cNvSpPr/>
          <p:nvPr/>
        </p:nvSpPr>
        <p:spPr>
          <a:xfrm>
            <a:off x="8100843" y="6190387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cxnSp>
        <p:nvCxnSpPr>
          <p:cNvPr id="9" name="Conector recto 11">
            <a:extLst>
              <a:ext uri="{FF2B5EF4-FFF2-40B4-BE49-F238E27FC236}">
                <a16:creationId xmlns:a16="http://schemas.microsoft.com/office/drawing/2014/main" id="{299F7BC6-0A6F-B45F-653C-8688340DC212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6000731" y="2075934"/>
            <a:ext cx="0" cy="4077475"/>
          </a:xfrm>
          <a:prstGeom prst="straightConnector1">
            <a:avLst/>
          </a:prstGeom>
          <a:noFill/>
          <a:ln w="38103" cap="flat">
            <a:solidFill>
              <a:srgbClr val="156082"/>
            </a:solidFill>
            <a:custDash>
              <a:ds d="299976" sp="299976"/>
            </a:custDash>
            <a:miter/>
          </a:ln>
        </p:spPr>
      </p:cxnSp>
      <p:cxnSp>
        <p:nvCxnSpPr>
          <p:cNvPr id="10" name="Conector recto 13">
            <a:extLst>
              <a:ext uri="{FF2B5EF4-FFF2-40B4-BE49-F238E27FC236}">
                <a16:creationId xmlns:a16="http://schemas.microsoft.com/office/drawing/2014/main" id="{6D6CC55D-4F90-AAAE-D887-2420199D45F9}"/>
              </a:ext>
            </a:extLst>
          </p:cNvPr>
          <p:cNvCxnSpPr/>
          <p:nvPr/>
        </p:nvCxnSpPr>
        <p:spPr>
          <a:xfrm>
            <a:off x="8846902" y="2112913"/>
            <a:ext cx="0" cy="4077474"/>
          </a:xfrm>
          <a:prstGeom prst="straightConnector1">
            <a:avLst/>
          </a:prstGeom>
          <a:noFill/>
          <a:ln w="38103" cap="flat">
            <a:solidFill>
              <a:srgbClr val="156082"/>
            </a:solidFill>
            <a:custDash>
              <a:ds d="299976" sp="299976"/>
            </a:custDash>
            <a:miter/>
          </a:ln>
        </p:spPr>
      </p:cxnSp>
      <p:pic>
        <p:nvPicPr>
          <p:cNvPr id="11" name="Imagen 14">
            <a:extLst>
              <a:ext uri="{FF2B5EF4-FFF2-40B4-BE49-F238E27FC236}">
                <a16:creationId xmlns:a16="http://schemas.microsoft.com/office/drawing/2014/main" id="{5E3C4FB0-A955-D791-C366-6D0E8F689F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427" t="21568" r="45264" b="27626"/>
          <a:stretch>
            <a:fillRect/>
          </a:stretch>
        </p:blipFill>
        <p:spPr>
          <a:xfrm>
            <a:off x="15197" y="19860"/>
            <a:ext cx="760378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Imagen 15">
            <a:extLst>
              <a:ext uri="{FF2B5EF4-FFF2-40B4-BE49-F238E27FC236}">
                <a16:creationId xmlns:a16="http://schemas.microsoft.com/office/drawing/2014/main" id="{E4F047D7-4672-DE59-E2EF-6BA03B22CB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364" t="37841" r="19049" b="27625"/>
          <a:stretch>
            <a:fillRect/>
          </a:stretch>
        </p:blipFill>
        <p:spPr>
          <a:xfrm>
            <a:off x="4283150" y="6997537"/>
            <a:ext cx="1014764" cy="74966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CDDE214C-C562-F0A8-E356-B2968CB5C379}"/>
              </a:ext>
            </a:extLst>
          </p:cNvPr>
          <p:cNvSpPr txBox="1"/>
          <p:nvPr/>
        </p:nvSpPr>
        <p:spPr>
          <a:xfrm>
            <a:off x="1210663" y="222032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Mariángel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F25ECFBA-14C9-FDFA-89C0-455686AEE15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2342" t="33957" r="3047" b="11039"/>
          <a:stretch>
            <a:fillRect/>
          </a:stretch>
        </p:blipFill>
        <p:spPr>
          <a:xfrm>
            <a:off x="8146490" y="3365321"/>
            <a:ext cx="1392786" cy="121422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n 3">
            <a:extLst>
              <a:ext uri="{FF2B5EF4-FFF2-40B4-BE49-F238E27FC236}">
                <a16:creationId xmlns:a16="http://schemas.microsoft.com/office/drawing/2014/main" id="{C2CB67F7-6DFF-2BEE-40E2-135CD22CBB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957" t="49868" r="22151" b="10500"/>
          <a:stretch>
            <a:fillRect/>
          </a:stretch>
        </p:blipFill>
        <p:spPr>
          <a:xfrm>
            <a:off x="289279" y="1520628"/>
            <a:ext cx="4710357" cy="560588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2" descr="Duck Coloring Page - Little Bee Family">
            <a:extLst>
              <a:ext uri="{FF2B5EF4-FFF2-40B4-BE49-F238E27FC236}">
                <a16:creationId xmlns:a16="http://schemas.microsoft.com/office/drawing/2014/main" id="{DED132AB-D086-284C-8EA8-D3CDCFAEB91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946" t="10582" r="11755" b="22745"/>
          <a:stretch>
            <a:fillRect/>
          </a:stretch>
        </p:blipFill>
        <p:spPr>
          <a:xfrm>
            <a:off x="0" y="1139808"/>
            <a:ext cx="1197662" cy="133674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2" descr="Duck Coloring Page - Little Bee Family">
            <a:extLst>
              <a:ext uri="{FF2B5EF4-FFF2-40B4-BE49-F238E27FC236}">
                <a16:creationId xmlns:a16="http://schemas.microsoft.com/office/drawing/2014/main" id="{4F1D0B17-E59B-504E-C2C9-6CBA87E0DAD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946" t="10582" r="11755" b="22745"/>
          <a:stretch>
            <a:fillRect/>
          </a:stretch>
        </p:blipFill>
        <p:spPr>
          <a:xfrm>
            <a:off x="4729724" y="6237954"/>
            <a:ext cx="1296143" cy="1446663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6" name="Tabla 8">
            <a:extLst>
              <a:ext uri="{FF2B5EF4-FFF2-40B4-BE49-F238E27FC236}">
                <a16:creationId xmlns:a16="http://schemas.microsoft.com/office/drawing/2014/main" id="{EF7F4782-EBB8-5178-9442-B0363727D75A}"/>
              </a:ext>
            </a:extLst>
          </p:cNvPr>
          <p:cNvGraphicFramePr>
            <a:graphicFrameLocks noGrp="1"/>
          </p:cNvGraphicFramePr>
          <p:nvPr/>
        </p:nvGraphicFramePr>
        <p:xfrm>
          <a:off x="5183980" y="661696"/>
          <a:ext cx="4447932" cy="5320488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482644">
                  <a:extLst>
                    <a:ext uri="{9D8B030D-6E8A-4147-A177-3AD203B41FA5}">
                      <a16:colId xmlns:a16="http://schemas.microsoft.com/office/drawing/2014/main" val="3254176717"/>
                    </a:ext>
                  </a:extLst>
                </a:gridCol>
                <a:gridCol w="1482644">
                  <a:extLst>
                    <a:ext uri="{9D8B030D-6E8A-4147-A177-3AD203B41FA5}">
                      <a16:colId xmlns:a16="http://schemas.microsoft.com/office/drawing/2014/main" val="2862647186"/>
                    </a:ext>
                  </a:extLst>
                </a:gridCol>
                <a:gridCol w="1482644">
                  <a:extLst>
                    <a:ext uri="{9D8B030D-6E8A-4147-A177-3AD203B41FA5}">
                      <a16:colId xmlns:a16="http://schemas.microsoft.com/office/drawing/2014/main" val="2327135914"/>
                    </a:ext>
                  </a:extLst>
                </a:gridCol>
              </a:tblGrid>
              <a:tr h="1330122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2687932"/>
                  </a:ext>
                </a:extLst>
              </a:tr>
              <a:tr h="1330122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575057"/>
                  </a:ext>
                </a:extLst>
              </a:tr>
              <a:tr h="1330122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326139"/>
                  </a:ext>
                </a:extLst>
              </a:tr>
              <a:tr h="1330122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3708307"/>
                  </a:ext>
                </a:extLst>
              </a:tr>
            </a:tbl>
          </a:graphicData>
        </a:graphic>
      </p:graphicFrame>
      <p:pic>
        <p:nvPicPr>
          <p:cNvPr id="7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27A0A278-11CD-2937-5C70-D1AD5689907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2342" t="33957" r="3047" b="11039"/>
          <a:stretch>
            <a:fillRect/>
          </a:stretch>
        </p:blipFill>
        <p:spPr>
          <a:xfrm>
            <a:off x="5209885" y="3424053"/>
            <a:ext cx="1392786" cy="121422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10" descr="Trace and color cute cartoon colorful parrot. Worksheet for children.  36065205 Vector Art at Vecteezy">
            <a:extLst>
              <a:ext uri="{FF2B5EF4-FFF2-40B4-BE49-F238E27FC236}">
                <a16:creationId xmlns:a16="http://schemas.microsoft.com/office/drawing/2014/main" id="{2DAAF059-B533-693A-A95E-9C01AD7B5CF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9649" t="23525" r="7302" b="4836"/>
          <a:stretch>
            <a:fillRect/>
          </a:stretch>
        </p:blipFill>
        <p:spPr>
          <a:xfrm>
            <a:off x="5428856" y="777066"/>
            <a:ext cx="954834" cy="112301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10" descr="Trace and color cute cartoon colorful parrot. Worksheet for children.  36065205 Vector Art at Vecteezy">
            <a:extLst>
              <a:ext uri="{FF2B5EF4-FFF2-40B4-BE49-F238E27FC236}">
                <a16:creationId xmlns:a16="http://schemas.microsoft.com/office/drawing/2014/main" id="{DCDD14EE-2223-CDC8-6EEF-1B03D9EEE6A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9649" t="23525" r="7302" b="4836"/>
          <a:stretch>
            <a:fillRect/>
          </a:stretch>
        </p:blipFill>
        <p:spPr>
          <a:xfrm>
            <a:off x="8458757" y="777066"/>
            <a:ext cx="954834" cy="112301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Picture 4" descr="Trace and color cute pig space worksheet for kids Vector Image">
            <a:extLst>
              <a:ext uri="{FF2B5EF4-FFF2-40B4-BE49-F238E27FC236}">
                <a16:creationId xmlns:a16="http://schemas.microsoft.com/office/drawing/2014/main" id="{CC6C4D71-E439-2BA0-FC77-1100EE27216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2647" t="31222" r="6193" b="19386"/>
          <a:stretch>
            <a:fillRect/>
          </a:stretch>
        </p:blipFill>
        <p:spPr>
          <a:xfrm>
            <a:off x="6823280" y="777066"/>
            <a:ext cx="1141134" cy="10763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B1736F23-079D-A3C1-3CB7-D7800AE4FE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867" t="29465" r="5449" b="9931"/>
          <a:stretch>
            <a:fillRect/>
          </a:stretch>
        </p:blipFill>
        <p:spPr>
          <a:xfrm>
            <a:off x="6863212" y="3398678"/>
            <a:ext cx="1089489" cy="114750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Imagen 15">
            <a:extLst>
              <a:ext uri="{FF2B5EF4-FFF2-40B4-BE49-F238E27FC236}">
                <a16:creationId xmlns:a16="http://schemas.microsoft.com/office/drawing/2014/main" id="{928E3E36-D3D1-6863-0820-F7DD53E2DF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0" y="34335"/>
            <a:ext cx="760378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Imagen 16">
            <a:extLst>
              <a:ext uri="{FF2B5EF4-FFF2-40B4-BE49-F238E27FC236}">
                <a16:creationId xmlns:a16="http://schemas.microsoft.com/office/drawing/2014/main" id="{AD2EBAE4-D81D-C9D8-4355-42BFB4A987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364" t="37841" r="19049" b="27625"/>
          <a:stretch>
            <a:fillRect/>
          </a:stretch>
        </p:blipFill>
        <p:spPr>
          <a:xfrm>
            <a:off x="8742011" y="6934946"/>
            <a:ext cx="1014764" cy="74966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D5F79A67-7A75-DB52-580C-24201521AC2C}"/>
              </a:ext>
            </a:extLst>
          </p:cNvPr>
          <p:cNvSpPr txBox="1"/>
          <p:nvPr/>
        </p:nvSpPr>
        <p:spPr>
          <a:xfrm>
            <a:off x="1226279" y="484782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Mariángel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upo 2">
            <a:extLst>
              <a:ext uri="{FF2B5EF4-FFF2-40B4-BE49-F238E27FC236}">
                <a16:creationId xmlns:a16="http://schemas.microsoft.com/office/drawing/2014/main" id="{2E911760-4F88-169C-6717-FE0382BB471F}"/>
              </a:ext>
            </a:extLst>
          </p:cNvPr>
          <p:cNvGrpSpPr/>
          <p:nvPr/>
        </p:nvGrpSpPr>
        <p:grpSpPr>
          <a:xfrm>
            <a:off x="3245680" y="6498659"/>
            <a:ext cx="5605555" cy="1161544"/>
            <a:chOff x="3245680" y="6498659"/>
            <a:chExt cx="5605555" cy="1161544"/>
          </a:xfrm>
        </p:grpSpPr>
        <p:grpSp>
          <p:nvGrpSpPr>
            <p:cNvPr id="3" name="Grupo 1">
              <a:extLst>
                <a:ext uri="{FF2B5EF4-FFF2-40B4-BE49-F238E27FC236}">
                  <a16:creationId xmlns:a16="http://schemas.microsoft.com/office/drawing/2014/main" id="{75273349-3C41-A896-7791-9D2C4CD0D2B4}"/>
                </a:ext>
              </a:extLst>
            </p:cNvPr>
            <p:cNvGrpSpPr/>
            <p:nvPr/>
          </p:nvGrpSpPr>
          <p:grpSpPr>
            <a:xfrm>
              <a:off x="3245680" y="6498659"/>
              <a:ext cx="5605555" cy="1161544"/>
              <a:chOff x="3245680" y="6498659"/>
              <a:chExt cx="5605555" cy="1161544"/>
            </a:xfrm>
          </p:grpSpPr>
          <p:sp>
            <p:nvSpPr>
              <p:cNvPr id="4" name="Rectángulo 4">
                <a:extLst>
                  <a:ext uri="{FF2B5EF4-FFF2-40B4-BE49-F238E27FC236}">
                    <a16:creationId xmlns:a16="http://schemas.microsoft.com/office/drawing/2014/main" id="{3CA16807-B501-2235-F4EB-403D87EC30E4}"/>
                  </a:ext>
                </a:extLst>
              </p:cNvPr>
              <p:cNvSpPr/>
              <p:nvPr/>
            </p:nvSpPr>
            <p:spPr>
              <a:xfrm rot="5400013">
                <a:off x="7721206" y="6530174"/>
                <a:ext cx="1161544" cy="1098514"/>
              </a:xfrm>
              <a:prstGeom prst="rect">
                <a:avLst/>
              </a:prstGeom>
              <a:solidFill>
                <a:srgbClr val="FFFFFF"/>
              </a:solidFill>
              <a:ln w="38103" cap="flat">
                <a:solidFill>
                  <a:srgbClr val="042433"/>
                </a:solidFill>
                <a:custDash>
                  <a:ds d="100000" sp="1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749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sp>
            <p:nvSpPr>
              <p:cNvPr id="5" name="Rectángulo 5">
                <a:extLst>
                  <a:ext uri="{FF2B5EF4-FFF2-40B4-BE49-F238E27FC236}">
                    <a16:creationId xmlns:a16="http://schemas.microsoft.com/office/drawing/2014/main" id="{202BFA0B-0228-7FC5-2386-4AC081DC4617}"/>
                  </a:ext>
                </a:extLst>
              </p:cNvPr>
              <p:cNvSpPr/>
              <p:nvPr/>
            </p:nvSpPr>
            <p:spPr>
              <a:xfrm rot="5400013">
                <a:off x="6173347" y="6530174"/>
                <a:ext cx="1161544" cy="1098514"/>
              </a:xfrm>
              <a:prstGeom prst="rect">
                <a:avLst/>
              </a:prstGeom>
              <a:solidFill>
                <a:srgbClr val="FFFFFF"/>
              </a:solidFill>
              <a:ln w="38103" cap="flat">
                <a:solidFill>
                  <a:srgbClr val="042433"/>
                </a:solidFill>
                <a:custDash>
                  <a:ds d="100000" sp="1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749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sp>
            <p:nvSpPr>
              <p:cNvPr id="6" name="Rectángulo 6">
                <a:extLst>
                  <a:ext uri="{FF2B5EF4-FFF2-40B4-BE49-F238E27FC236}">
                    <a16:creationId xmlns:a16="http://schemas.microsoft.com/office/drawing/2014/main" id="{6A2A25D0-C4E4-0B1E-023A-2A85A58B1557}"/>
                  </a:ext>
                </a:extLst>
              </p:cNvPr>
              <p:cNvSpPr/>
              <p:nvPr/>
            </p:nvSpPr>
            <p:spPr>
              <a:xfrm rot="5400013">
                <a:off x="4762025" y="6530174"/>
                <a:ext cx="1161544" cy="1098514"/>
              </a:xfrm>
              <a:prstGeom prst="rect">
                <a:avLst/>
              </a:prstGeom>
              <a:solidFill>
                <a:srgbClr val="FFFFFF"/>
              </a:solidFill>
              <a:ln w="38103" cap="flat">
                <a:solidFill>
                  <a:srgbClr val="042433"/>
                </a:solidFill>
                <a:custDash>
                  <a:ds d="100000" sp="1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749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sp>
            <p:nvSpPr>
              <p:cNvPr id="7" name="Rectángulo 7">
                <a:extLst>
                  <a:ext uri="{FF2B5EF4-FFF2-40B4-BE49-F238E27FC236}">
                    <a16:creationId xmlns:a16="http://schemas.microsoft.com/office/drawing/2014/main" id="{550EB067-6F9A-7A4E-76F1-AEB8B4235FB0}"/>
                  </a:ext>
                </a:extLst>
              </p:cNvPr>
              <p:cNvSpPr/>
              <p:nvPr/>
            </p:nvSpPr>
            <p:spPr>
              <a:xfrm rot="5400013">
                <a:off x="3214165" y="6530174"/>
                <a:ext cx="1161544" cy="1098514"/>
              </a:xfrm>
              <a:prstGeom prst="rect">
                <a:avLst/>
              </a:prstGeom>
              <a:solidFill>
                <a:srgbClr val="FFFFFF"/>
              </a:solidFill>
              <a:ln w="38103" cap="flat">
                <a:solidFill>
                  <a:srgbClr val="042433"/>
                </a:solidFill>
                <a:custDash>
                  <a:ds d="100000" sp="1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749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pic>
            <p:nvPicPr>
              <p:cNvPr id="8" name="Picture 2" descr="Trace and color cute pig space worksheet for kids Vector Image">
                <a:extLst>
                  <a:ext uri="{FF2B5EF4-FFF2-40B4-BE49-F238E27FC236}">
                    <a16:creationId xmlns:a16="http://schemas.microsoft.com/office/drawing/2014/main" id="{7B4F8B29-A201-8CF7-A9A9-DE18178711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52879" t="31893" r="6611" b="19655"/>
              <a:stretch>
                <a:fillRect/>
              </a:stretch>
            </p:blipFill>
            <p:spPr>
              <a:xfrm rot="5400013">
                <a:off x="7796865" y="6606581"/>
                <a:ext cx="984168" cy="925217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9" name="Picture 6" descr="Premium Vector | Trace and color cute easter chicken. worksheet for  children.">
                <a:extLst>
                  <a:ext uri="{FF2B5EF4-FFF2-40B4-BE49-F238E27FC236}">
                    <a16:creationId xmlns:a16="http://schemas.microsoft.com/office/drawing/2014/main" id="{28157888-1C39-4178-E3B5-1AF71D04E1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0014" t="25250" r="7315" b="14654"/>
              <a:stretch>
                <a:fillRect/>
              </a:stretch>
            </p:blipFill>
            <p:spPr>
              <a:xfrm rot="5400013">
                <a:off x="6283619" y="6579895"/>
                <a:ext cx="991959" cy="986381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0" name="Picture 10" descr="Trace and Color Cow | Vector free, Vector art, Cow">
                <a:extLst>
                  <a:ext uri="{FF2B5EF4-FFF2-40B4-BE49-F238E27FC236}">
                    <a16:creationId xmlns:a16="http://schemas.microsoft.com/office/drawing/2014/main" id="{44277E54-29E9-F82A-7142-424E747AE2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l="7987" t="34246" r="60580" b="19686"/>
              <a:stretch>
                <a:fillRect/>
              </a:stretch>
            </p:blipFill>
            <p:spPr>
              <a:xfrm rot="5400013">
                <a:off x="4832823" y="6555206"/>
                <a:ext cx="1042022" cy="970096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  <p:pic>
          <p:nvPicPr>
            <p:cNvPr id="11" name="Picture 14" descr="Premium Vector | Trace and color for kids horse vector">
              <a:extLst>
                <a:ext uri="{FF2B5EF4-FFF2-40B4-BE49-F238E27FC236}">
                  <a16:creationId xmlns:a16="http://schemas.microsoft.com/office/drawing/2014/main" id="{8E258826-17B4-88DE-CB21-033BABCB3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5222" t="6368" r="61242" b="57391"/>
            <a:stretch>
              <a:fillRect/>
            </a:stretch>
          </p:blipFill>
          <p:spPr>
            <a:xfrm rot="5400013">
              <a:off x="3354398" y="6627064"/>
              <a:ext cx="897995" cy="970425"/>
            </a:xfrm>
            <a:prstGeom prst="rect">
              <a:avLst/>
            </a:prstGeom>
            <a:noFill/>
            <a:ln cap="flat">
              <a:noFill/>
            </a:ln>
          </p:spPr>
        </p:pic>
      </p:grpSp>
      <p:grpSp>
        <p:nvGrpSpPr>
          <p:cNvPr id="12" name="Grupo 13">
            <a:extLst>
              <a:ext uri="{FF2B5EF4-FFF2-40B4-BE49-F238E27FC236}">
                <a16:creationId xmlns:a16="http://schemas.microsoft.com/office/drawing/2014/main" id="{FFB6CCE8-CE1B-110E-046B-B0576A3BE1A6}"/>
              </a:ext>
            </a:extLst>
          </p:cNvPr>
          <p:cNvGrpSpPr/>
          <p:nvPr/>
        </p:nvGrpSpPr>
        <p:grpSpPr>
          <a:xfrm>
            <a:off x="3089281" y="111218"/>
            <a:ext cx="5605555" cy="1161544"/>
            <a:chOff x="3089281" y="111218"/>
            <a:chExt cx="5605555" cy="1161544"/>
          </a:xfrm>
        </p:grpSpPr>
        <p:sp>
          <p:nvSpPr>
            <p:cNvPr id="13" name="Rectángulo 8">
              <a:extLst>
                <a:ext uri="{FF2B5EF4-FFF2-40B4-BE49-F238E27FC236}">
                  <a16:creationId xmlns:a16="http://schemas.microsoft.com/office/drawing/2014/main" id="{5B2B0AF1-DE84-1F09-FC92-77632B2789F8}"/>
                </a:ext>
              </a:extLst>
            </p:cNvPr>
            <p:cNvSpPr/>
            <p:nvPr/>
          </p:nvSpPr>
          <p:spPr>
            <a:xfrm rot="5400013">
              <a:off x="7564807" y="142733"/>
              <a:ext cx="1161544" cy="1098514"/>
            </a:xfrm>
            <a:prstGeom prst="rect">
              <a:avLst/>
            </a:prstGeom>
            <a:solidFill>
              <a:srgbClr val="FFFFFF"/>
            </a:solidFill>
            <a:ln w="38103" cap="flat">
              <a:solidFill>
                <a:srgbClr val="042433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14" name="Rectángulo 9">
              <a:extLst>
                <a:ext uri="{FF2B5EF4-FFF2-40B4-BE49-F238E27FC236}">
                  <a16:creationId xmlns:a16="http://schemas.microsoft.com/office/drawing/2014/main" id="{BF85D4E6-57FA-41A5-D8CC-862EAAE58B36}"/>
                </a:ext>
              </a:extLst>
            </p:cNvPr>
            <p:cNvSpPr/>
            <p:nvPr/>
          </p:nvSpPr>
          <p:spPr>
            <a:xfrm rot="5400013">
              <a:off x="6016948" y="142733"/>
              <a:ext cx="1161544" cy="1098514"/>
            </a:xfrm>
            <a:prstGeom prst="rect">
              <a:avLst/>
            </a:prstGeom>
            <a:solidFill>
              <a:srgbClr val="FFFFFF"/>
            </a:solidFill>
            <a:ln w="38103" cap="flat">
              <a:solidFill>
                <a:srgbClr val="042433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15" name="Rectángulo 10">
              <a:extLst>
                <a:ext uri="{FF2B5EF4-FFF2-40B4-BE49-F238E27FC236}">
                  <a16:creationId xmlns:a16="http://schemas.microsoft.com/office/drawing/2014/main" id="{24625F55-0D18-7B4B-5D90-B21975F95697}"/>
                </a:ext>
              </a:extLst>
            </p:cNvPr>
            <p:cNvSpPr/>
            <p:nvPr/>
          </p:nvSpPr>
          <p:spPr>
            <a:xfrm rot="5400013">
              <a:off x="4605626" y="142733"/>
              <a:ext cx="1161544" cy="1098514"/>
            </a:xfrm>
            <a:prstGeom prst="rect">
              <a:avLst/>
            </a:prstGeom>
            <a:solidFill>
              <a:srgbClr val="FFFFFF"/>
            </a:solidFill>
            <a:ln w="38103" cap="flat">
              <a:solidFill>
                <a:srgbClr val="042433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16" name="Rectángulo 11">
              <a:extLst>
                <a:ext uri="{FF2B5EF4-FFF2-40B4-BE49-F238E27FC236}">
                  <a16:creationId xmlns:a16="http://schemas.microsoft.com/office/drawing/2014/main" id="{A82D8E0D-541F-0462-74B2-F00FBCD151BB}"/>
                </a:ext>
              </a:extLst>
            </p:cNvPr>
            <p:cNvSpPr/>
            <p:nvPr/>
          </p:nvSpPr>
          <p:spPr>
            <a:xfrm rot="5400013">
              <a:off x="3057766" y="142733"/>
              <a:ext cx="1161544" cy="1098514"/>
            </a:xfrm>
            <a:prstGeom prst="rect">
              <a:avLst/>
            </a:prstGeom>
            <a:solidFill>
              <a:srgbClr val="FFFFFF"/>
            </a:solidFill>
            <a:ln w="38103" cap="flat">
              <a:solidFill>
                <a:srgbClr val="042433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pic>
          <p:nvPicPr>
            <p:cNvPr id="17" name="Picture 4" descr="Trace and color cute pig space worksheet for kids Vector Image">
              <a:extLst>
                <a:ext uri="{FF2B5EF4-FFF2-40B4-BE49-F238E27FC236}">
                  <a16:creationId xmlns:a16="http://schemas.microsoft.com/office/drawing/2014/main" id="{00BAE55C-90E6-226C-7EDC-3798966FB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5283" t="31222" r="53557" b="19386"/>
            <a:stretch>
              <a:fillRect/>
            </a:stretch>
          </p:blipFill>
          <p:spPr>
            <a:xfrm rot="5400013">
              <a:off x="6104223" y="263896"/>
              <a:ext cx="907761" cy="856189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8" name="Picture 8" descr="Premium Vector | Trace and color cute easter chicken. worksheet for  children.">
              <a:extLst>
                <a:ext uri="{FF2B5EF4-FFF2-40B4-BE49-F238E27FC236}">
                  <a16:creationId xmlns:a16="http://schemas.microsoft.com/office/drawing/2014/main" id="{2A702145-D257-7D66-6849-2B3CD8923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245" t="25250" r="49985" b="14893"/>
            <a:stretch>
              <a:fillRect/>
            </a:stretch>
          </p:blipFill>
          <p:spPr>
            <a:xfrm rot="5400013">
              <a:off x="7647639" y="199934"/>
              <a:ext cx="995900" cy="984123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9" name="Picture 12" descr="Trace and Color Cow | Vector free, Vector art, Cow">
              <a:extLst>
                <a:ext uri="{FF2B5EF4-FFF2-40B4-BE49-F238E27FC236}">
                  <a16:creationId xmlns:a16="http://schemas.microsoft.com/office/drawing/2014/main" id="{3606F27F-4FFF-03B9-4B39-5F5222C8D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40570" t="20255" r="7760" b="4279"/>
            <a:stretch>
              <a:fillRect/>
            </a:stretch>
          </p:blipFill>
          <p:spPr>
            <a:xfrm rot="5400013">
              <a:off x="3099184" y="156921"/>
              <a:ext cx="1078717" cy="987314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20" name="Picture 16" descr="Premium Vector | Trace and color for kids horse vector">
              <a:extLst>
                <a:ext uri="{FF2B5EF4-FFF2-40B4-BE49-F238E27FC236}">
                  <a16:creationId xmlns:a16="http://schemas.microsoft.com/office/drawing/2014/main" id="{582FC2A8-9713-3277-8BC7-53578EB7B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8647" t="5694" r="4787" b="14829"/>
            <a:stretch>
              <a:fillRect/>
            </a:stretch>
          </p:blipFill>
          <p:spPr>
            <a:xfrm rot="5400013">
              <a:off x="4711039" y="239459"/>
              <a:ext cx="972793" cy="970096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21" name="Rectángulo 12">
              <a:extLst>
                <a:ext uri="{FF2B5EF4-FFF2-40B4-BE49-F238E27FC236}">
                  <a16:creationId xmlns:a16="http://schemas.microsoft.com/office/drawing/2014/main" id="{D9265C50-9C1B-676C-606E-B74266DD8807}"/>
                </a:ext>
              </a:extLst>
            </p:cNvPr>
            <p:cNvSpPr/>
            <p:nvPr/>
          </p:nvSpPr>
          <p:spPr>
            <a:xfrm rot="5400013">
              <a:off x="5420238" y="159687"/>
              <a:ext cx="227895" cy="296594"/>
            </a:xfrm>
            <a:prstGeom prst="rect">
              <a:avLst/>
            </a:prstGeom>
            <a:solidFill>
              <a:srgbClr val="FFFFFF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</p:grpSp>
      <p:pic>
        <p:nvPicPr>
          <p:cNvPr id="22" name="Imagen 19">
            <a:extLst>
              <a:ext uri="{FF2B5EF4-FFF2-40B4-BE49-F238E27FC236}">
                <a16:creationId xmlns:a16="http://schemas.microsoft.com/office/drawing/2014/main" id="{19BDA5AC-13AF-E380-19CB-CC5A9B021C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 rot="5400013">
            <a:off x="9002285" y="5358"/>
            <a:ext cx="760378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3" name="Imagen 20">
            <a:extLst>
              <a:ext uri="{FF2B5EF4-FFF2-40B4-BE49-F238E27FC236}">
                <a16:creationId xmlns:a16="http://schemas.microsoft.com/office/drawing/2014/main" id="{43BD391A-BFB6-ED51-B3D4-DBABF26989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364" t="37841" r="19049" b="27625"/>
          <a:stretch>
            <a:fillRect/>
          </a:stretch>
        </p:blipFill>
        <p:spPr>
          <a:xfrm rot="5400013">
            <a:off x="8840419" y="6777989"/>
            <a:ext cx="1014764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4" name="Picture 4" descr="Dot a dot game for preschool kids. Cute horse. 8813605 Vector Art at  Vecteezy">
            <a:extLst>
              <a:ext uri="{FF2B5EF4-FFF2-40B4-BE49-F238E27FC236}">
                <a16:creationId xmlns:a16="http://schemas.microsoft.com/office/drawing/2014/main" id="{E5DA021C-0CFB-F938-F262-CF7D2A65E1E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6923" t="15832" r="18922" b="6387"/>
          <a:stretch>
            <a:fillRect/>
          </a:stretch>
        </p:blipFill>
        <p:spPr>
          <a:xfrm rot="5400013">
            <a:off x="-230378" y="660046"/>
            <a:ext cx="3342003" cy="286579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5" name="Picture 4" descr="Dot a dot game for preschool kids. Cute horse. 8813605 Vector Art at  Vecteezy">
            <a:extLst>
              <a:ext uri="{FF2B5EF4-FFF2-40B4-BE49-F238E27FC236}">
                <a16:creationId xmlns:a16="http://schemas.microsoft.com/office/drawing/2014/main" id="{B3BB2F92-CF2C-9758-6F55-1ACE27E4DDE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6923" t="15832" r="18922" b="6387"/>
          <a:stretch>
            <a:fillRect/>
          </a:stretch>
        </p:blipFill>
        <p:spPr>
          <a:xfrm rot="5400013">
            <a:off x="-177234" y="4556305"/>
            <a:ext cx="3342003" cy="286579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293F0464-BA3D-151E-2BA3-473401391AD1}"/>
              </a:ext>
            </a:extLst>
          </p:cNvPr>
          <p:cNvSpPr txBox="1"/>
          <p:nvPr/>
        </p:nvSpPr>
        <p:spPr>
          <a:xfrm rot="5400000">
            <a:off x="7714319" y="3379742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Mariángel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A9CA463E-52A7-8CB5-4694-DB88F017BB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60" t="27917" r="53056" b="11479"/>
          <a:stretch>
            <a:fillRect/>
          </a:stretch>
        </p:blipFill>
        <p:spPr>
          <a:xfrm>
            <a:off x="5208715" y="4433852"/>
            <a:ext cx="3552965" cy="304324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8" descr="Coloring Pages for Kids: Rabbit Vector">
            <a:extLst>
              <a:ext uri="{FF2B5EF4-FFF2-40B4-BE49-F238E27FC236}">
                <a16:creationId xmlns:a16="http://schemas.microsoft.com/office/drawing/2014/main" id="{999BA8F4-97FA-4138-BA65-C02E66F5CF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117" t="21329" r="10645" b="8530"/>
          <a:stretch>
            <a:fillRect/>
          </a:stretch>
        </p:blipFill>
        <p:spPr>
          <a:xfrm>
            <a:off x="5874325" y="1181660"/>
            <a:ext cx="2221763" cy="312691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4" descr="Little puppy trace and color picture children Vector Image">
            <a:extLst>
              <a:ext uri="{FF2B5EF4-FFF2-40B4-BE49-F238E27FC236}">
                <a16:creationId xmlns:a16="http://schemas.microsoft.com/office/drawing/2014/main" id="{59F22767-2423-CA55-D650-DD449AC71F6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1899" t="29896" r="8802" b="27067"/>
          <a:stretch>
            <a:fillRect/>
          </a:stretch>
        </p:blipFill>
        <p:spPr>
          <a:xfrm>
            <a:off x="431578" y="4404390"/>
            <a:ext cx="3527928" cy="304051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2" descr="Trace And Color Duck Vector Art, Icons, and Graphics for Free Download">
            <a:extLst>
              <a:ext uri="{FF2B5EF4-FFF2-40B4-BE49-F238E27FC236}">
                <a16:creationId xmlns:a16="http://schemas.microsoft.com/office/drawing/2014/main" id="{0693082A-68A0-E38F-BCA6-3E74BFD176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86" t="34081" r="51281" b="13901"/>
          <a:stretch>
            <a:fillRect/>
          </a:stretch>
        </p:blipFill>
        <p:spPr>
          <a:xfrm>
            <a:off x="625166" y="1254300"/>
            <a:ext cx="3359377" cy="2952176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6" name="Tabla 4">
            <a:extLst>
              <a:ext uri="{FF2B5EF4-FFF2-40B4-BE49-F238E27FC236}">
                <a16:creationId xmlns:a16="http://schemas.microsoft.com/office/drawing/2014/main" id="{47A713CB-2023-0CC3-38E7-2FB9572D0BD7}"/>
              </a:ext>
            </a:extLst>
          </p:cNvPr>
          <p:cNvGraphicFramePr>
            <a:graphicFrameLocks noGrp="1"/>
          </p:cNvGraphicFramePr>
          <p:nvPr/>
        </p:nvGraphicFramePr>
        <p:xfrm>
          <a:off x="111565" y="4404390"/>
          <a:ext cx="4386576" cy="309745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93288">
                  <a:extLst>
                    <a:ext uri="{9D8B030D-6E8A-4147-A177-3AD203B41FA5}">
                      <a16:colId xmlns:a16="http://schemas.microsoft.com/office/drawing/2014/main" val="3521753273"/>
                    </a:ext>
                  </a:extLst>
                </a:gridCol>
                <a:gridCol w="2193288">
                  <a:extLst>
                    <a:ext uri="{9D8B030D-6E8A-4147-A177-3AD203B41FA5}">
                      <a16:colId xmlns:a16="http://schemas.microsoft.com/office/drawing/2014/main" val="3484475377"/>
                    </a:ext>
                  </a:extLst>
                </a:gridCol>
              </a:tblGrid>
              <a:tr h="3097456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886268"/>
                  </a:ext>
                </a:extLst>
              </a:tr>
            </a:tbl>
          </a:graphicData>
        </a:graphic>
      </p:graphicFrame>
      <p:graphicFrame>
        <p:nvGraphicFramePr>
          <p:cNvPr id="7" name="Tabla 5">
            <a:extLst>
              <a:ext uri="{FF2B5EF4-FFF2-40B4-BE49-F238E27FC236}">
                <a16:creationId xmlns:a16="http://schemas.microsoft.com/office/drawing/2014/main" id="{0BAA10D1-DADC-8501-3C96-79E0C8D75EDA}"/>
              </a:ext>
            </a:extLst>
          </p:cNvPr>
          <p:cNvGraphicFramePr>
            <a:graphicFrameLocks noGrp="1"/>
          </p:cNvGraphicFramePr>
          <p:nvPr/>
        </p:nvGraphicFramePr>
        <p:xfrm>
          <a:off x="111565" y="1181660"/>
          <a:ext cx="4386576" cy="309745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93288">
                  <a:extLst>
                    <a:ext uri="{9D8B030D-6E8A-4147-A177-3AD203B41FA5}">
                      <a16:colId xmlns:a16="http://schemas.microsoft.com/office/drawing/2014/main" val="773748229"/>
                    </a:ext>
                  </a:extLst>
                </a:gridCol>
                <a:gridCol w="2193288">
                  <a:extLst>
                    <a:ext uri="{9D8B030D-6E8A-4147-A177-3AD203B41FA5}">
                      <a16:colId xmlns:a16="http://schemas.microsoft.com/office/drawing/2014/main" val="1506032274"/>
                    </a:ext>
                  </a:extLst>
                </a:gridCol>
              </a:tblGrid>
              <a:tr h="3097456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203372"/>
                  </a:ext>
                </a:extLst>
              </a:tr>
            </a:tbl>
          </a:graphicData>
        </a:graphic>
      </p:graphicFrame>
      <p:graphicFrame>
        <p:nvGraphicFramePr>
          <p:cNvPr id="8" name="Tabla 6">
            <a:extLst>
              <a:ext uri="{FF2B5EF4-FFF2-40B4-BE49-F238E27FC236}">
                <a16:creationId xmlns:a16="http://schemas.microsoft.com/office/drawing/2014/main" id="{C0740038-2EDA-3A78-AC15-03AFDA2498D8}"/>
              </a:ext>
            </a:extLst>
          </p:cNvPr>
          <p:cNvGraphicFramePr>
            <a:graphicFrameLocks noGrp="1"/>
          </p:cNvGraphicFramePr>
          <p:nvPr/>
        </p:nvGraphicFramePr>
        <p:xfrm>
          <a:off x="4791913" y="4404390"/>
          <a:ext cx="4386576" cy="309745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93288">
                  <a:extLst>
                    <a:ext uri="{9D8B030D-6E8A-4147-A177-3AD203B41FA5}">
                      <a16:colId xmlns:a16="http://schemas.microsoft.com/office/drawing/2014/main" val="3740697498"/>
                    </a:ext>
                  </a:extLst>
                </a:gridCol>
                <a:gridCol w="2193288">
                  <a:extLst>
                    <a:ext uri="{9D8B030D-6E8A-4147-A177-3AD203B41FA5}">
                      <a16:colId xmlns:a16="http://schemas.microsoft.com/office/drawing/2014/main" val="462737540"/>
                    </a:ext>
                  </a:extLst>
                </a:gridCol>
              </a:tblGrid>
              <a:tr h="3097456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5486262"/>
                  </a:ext>
                </a:extLst>
              </a:tr>
            </a:tbl>
          </a:graphicData>
        </a:graphic>
      </p:graphicFrame>
      <p:graphicFrame>
        <p:nvGraphicFramePr>
          <p:cNvPr id="9" name="Tabla 7">
            <a:extLst>
              <a:ext uri="{FF2B5EF4-FFF2-40B4-BE49-F238E27FC236}">
                <a16:creationId xmlns:a16="http://schemas.microsoft.com/office/drawing/2014/main" id="{59D2304F-EE5E-7303-EE93-695579053A45}"/>
              </a:ext>
            </a:extLst>
          </p:cNvPr>
          <p:cNvGraphicFramePr>
            <a:graphicFrameLocks noGrp="1"/>
          </p:cNvGraphicFramePr>
          <p:nvPr/>
        </p:nvGraphicFramePr>
        <p:xfrm>
          <a:off x="4791913" y="1181660"/>
          <a:ext cx="4386576" cy="309745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93288">
                  <a:extLst>
                    <a:ext uri="{9D8B030D-6E8A-4147-A177-3AD203B41FA5}">
                      <a16:colId xmlns:a16="http://schemas.microsoft.com/office/drawing/2014/main" val="1650597605"/>
                    </a:ext>
                  </a:extLst>
                </a:gridCol>
                <a:gridCol w="2193288">
                  <a:extLst>
                    <a:ext uri="{9D8B030D-6E8A-4147-A177-3AD203B41FA5}">
                      <a16:colId xmlns:a16="http://schemas.microsoft.com/office/drawing/2014/main" val="2419672106"/>
                    </a:ext>
                  </a:extLst>
                </a:gridCol>
              </a:tblGrid>
              <a:tr h="3097456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 dirty="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7787748"/>
                  </a:ext>
                </a:extLst>
              </a:tr>
            </a:tbl>
          </a:graphicData>
        </a:graphic>
      </p:graphicFrame>
      <p:sp>
        <p:nvSpPr>
          <p:cNvPr id="10" name="Rectángulo 14">
            <a:extLst>
              <a:ext uri="{FF2B5EF4-FFF2-40B4-BE49-F238E27FC236}">
                <a16:creationId xmlns:a16="http://schemas.microsoft.com/office/drawing/2014/main" id="{5A35C98D-073B-0F70-A0C0-33F531CE0970}"/>
              </a:ext>
            </a:extLst>
          </p:cNvPr>
          <p:cNvSpPr/>
          <p:nvPr/>
        </p:nvSpPr>
        <p:spPr>
          <a:xfrm>
            <a:off x="216365" y="1254300"/>
            <a:ext cx="2061176" cy="2952176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49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1" name="Rectángulo 15">
            <a:extLst>
              <a:ext uri="{FF2B5EF4-FFF2-40B4-BE49-F238E27FC236}">
                <a16:creationId xmlns:a16="http://schemas.microsoft.com/office/drawing/2014/main" id="{1C1B5619-B869-22E3-65B1-2A16DADC7A4B}"/>
              </a:ext>
            </a:extLst>
          </p:cNvPr>
          <p:cNvSpPr/>
          <p:nvPr/>
        </p:nvSpPr>
        <p:spPr>
          <a:xfrm>
            <a:off x="137809" y="4492721"/>
            <a:ext cx="2139732" cy="2952176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49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2" name="Rectángulo 16">
            <a:extLst>
              <a:ext uri="{FF2B5EF4-FFF2-40B4-BE49-F238E27FC236}">
                <a16:creationId xmlns:a16="http://schemas.microsoft.com/office/drawing/2014/main" id="{A5D0E33B-2C47-322F-201D-B794B1316ED6}"/>
              </a:ext>
            </a:extLst>
          </p:cNvPr>
          <p:cNvSpPr/>
          <p:nvPr/>
        </p:nvSpPr>
        <p:spPr>
          <a:xfrm>
            <a:off x="7026213" y="1225661"/>
            <a:ext cx="2100449" cy="2952176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49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3" name="Rectángulo 17">
            <a:extLst>
              <a:ext uri="{FF2B5EF4-FFF2-40B4-BE49-F238E27FC236}">
                <a16:creationId xmlns:a16="http://schemas.microsoft.com/office/drawing/2014/main" id="{81592640-A001-11B9-F34A-3AE820481A1C}"/>
              </a:ext>
            </a:extLst>
          </p:cNvPr>
          <p:cNvSpPr/>
          <p:nvPr/>
        </p:nvSpPr>
        <p:spPr>
          <a:xfrm>
            <a:off x="7026213" y="4448555"/>
            <a:ext cx="1735467" cy="2952176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49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14" name="Imagen 18">
            <a:extLst>
              <a:ext uri="{FF2B5EF4-FFF2-40B4-BE49-F238E27FC236}">
                <a16:creationId xmlns:a16="http://schemas.microsoft.com/office/drawing/2014/main" id="{30C26428-85F4-0089-07A2-8D40FC8CA8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427" t="21568" r="45264" b="27626"/>
          <a:stretch>
            <a:fillRect/>
          </a:stretch>
        </p:blipFill>
        <p:spPr>
          <a:xfrm>
            <a:off x="0" y="121185"/>
            <a:ext cx="707114" cy="69715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Imagen 19">
            <a:extLst>
              <a:ext uri="{FF2B5EF4-FFF2-40B4-BE49-F238E27FC236}">
                <a16:creationId xmlns:a16="http://schemas.microsoft.com/office/drawing/2014/main" id="{0E8B4E52-7A2E-3A21-0966-C4AEAFD443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364" t="37841" r="19049" b="27625"/>
          <a:stretch>
            <a:fillRect/>
          </a:stretch>
        </p:blipFill>
        <p:spPr>
          <a:xfrm>
            <a:off x="9042803" y="145663"/>
            <a:ext cx="713972" cy="52745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97B15DE2-CD01-99B7-A41D-3BE22543CFEC}"/>
              </a:ext>
            </a:extLst>
          </p:cNvPr>
          <p:cNvSpPr txBox="1"/>
          <p:nvPr/>
        </p:nvSpPr>
        <p:spPr>
          <a:xfrm>
            <a:off x="3649594" y="121185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Mariángel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E9DEB88B-1038-FDCC-42DB-7537CC3974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60" t="27917" r="53056" b="11479"/>
          <a:stretch>
            <a:fillRect/>
          </a:stretch>
        </p:blipFill>
        <p:spPr>
          <a:xfrm rot="5400013">
            <a:off x="7221579" y="6146090"/>
            <a:ext cx="1316223" cy="15857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Rectángulo 3">
            <a:extLst>
              <a:ext uri="{FF2B5EF4-FFF2-40B4-BE49-F238E27FC236}">
                <a16:creationId xmlns:a16="http://schemas.microsoft.com/office/drawing/2014/main" id="{EE490522-4593-6044-C426-F6E79DA6922A}"/>
              </a:ext>
            </a:extLst>
          </p:cNvPr>
          <p:cNvSpPr/>
          <p:nvPr/>
        </p:nvSpPr>
        <p:spPr>
          <a:xfrm rot="5400013">
            <a:off x="7327868" y="26065"/>
            <a:ext cx="1364659" cy="1846777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Rectángulo 4">
            <a:extLst>
              <a:ext uri="{FF2B5EF4-FFF2-40B4-BE49-F238E27FC236}">
                <a16:creationId xmlns:a16="http://schemas.microsoft.com/office/drawing/2014/main" id="{CA600642-A73B-6829-89CD-38BC22B6EC1E}"/>
              </a:ext>
            </a:extLst>
          </p:cNvPr>
          <p:cNvSpPr/>
          <p:nvPr/>
        </p:nvSpPr>
        <p:spPr>
          <a:xfrm rot="5400013">
            <a:off x="7182278" y="2845507"/>
            <a:ext cx="1483549" cy="1846777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Rectángulo 5">
            <a:extLst>
              <a:ext uri="{FF2B5EF4-FFF2-40B4-BE49-F238E27FC236}">
                <a16:creationId xmlns:a16="http://schemas.microsoft.com/office/drawing/2014/main" id="{93E3163B-68AE-194B-DE0E-0A8CA16D8E72}"/>
              </a:ext>
            </a:extLst>
          </p:cNvPr>
          <p:cNvSpPr/>
          <p:nvPr/>
        </p:nvSpPr>
        <p:spPr>
          <a:xfrm rot="5400013">
            <a:off x="7223179" y="5962157"/>
            <a:ext cx="1483549" cy="1846777"/>
          </a:xfrm>
          <a:prstGeom prst="rect">
            <a:avLst/>
          </a:prstGeom>
          <a:noFill/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6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A63519BE-F68E-BC94-9BCE-21D1F0F90A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0" t="21933" r="55042" b="11628"/>
          <a:stretch>
            <a:fillRect/>
          </a:stretch>
        </p:blipFill>
        <p:spPr>
          <a:xfrm rot="5400013">
            <a:off x="7267331" y="248114"/>
            <a:ext cx="1224015" cy="154332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Picture 4" descr="Little puppy trace and color picture children Vector Image">
            <a:extLst>
              <a:ext uri="{FF2B5EF4-FFF2-40B4-BE49-F238E27FC236}">
                <a16:creationId xmlns:a16="http://schemas.microsoft.com/office/drawing/2014/main" id="{556A3FBC-5B86-A742-C970-76CCC513751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1899" t="29896" r="8802" b="27067"/>
          <a:stretch>
            <a:fillRect/>
          </a:stretch>
        </p:blipFill>
        <p:spPr>
          <a:xfrm rot="5400013">
            <a:off x="7277508" y="3019824"/>
            <a:ext cx="1214807" cy="149353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Rectángulo 14">
            <a:extLst>
              <a:ext uri="{FF2B5EF4-FFF2-40B4-BE49-F238E27FC236}">
                <a16:creationId xmlns:a16="http://schemas.microsoft.com/office/drawing/2014/main" id="{3A5BB978-00C2-0E27-3F9C-8FD7CC2FD00E}"/>
              </a:ext>
            </a:extLst>
          </p:cNvPr>
          <p:cNvSpPr/>
          <p:nvPr/>
        </p:nvSpPr>
        <p:spPr>
          <a:xfrm rot="5400013">
            <a:off x="189377" y="247332"/>
            <a:ext cx="1483549" cy="1544878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Rectángulo 15">
            <a:extLst>
              <a:ext uri="{FF2B5EF4-FFF2-40B4-BE49-F238E27FC236}">
                <a16:creationId xmlns:a16="http://schemas.microsoft.com/office/drawing/2014/main" id="{77CA61A5-9809-2FBD-A484-0422B0D5F0BC}"/>
              </a:ext>
            </a:extLst>
          </p:cNvPr>
          <p:cNvSpPr/>
          <p:nvPr/>
        </p:nvSpPr>
        <p:spPr>
          <a:xfrm rot="5400013">
            <a:off x="167560" y="2859782"/>
            <a:ext cx="1483549" cy="1544878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Rectángulo 16">
            <a:extLst>
              <a:ext uri="{FF2B5EF4-FFF2-40B4-BE49-F238E27FC236}">
                <a16:creationId xmlns:a16="http://schemas.microsoft.com/office/drawing/2014/main" id="{F5A993DF-94FD-B275-DA0D-4200E1E4EE5C}"/>
              </a:ext>
            </a:extLst>
          </p:cNvPr>
          <p:cNvSpPr/>
          <p:nvPr/>
        </p:nvSpPr>
        <p:spPr>
          <a:xfrm rot="5400013">
            <a:off x="167560" y="6001075"/>
            <a:ext cx="1483549" cy="1544878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11" name="Imagen 17">
            <a:extLst>
              <a:ext uri="{FF2B5EF4-FFF2-40B4-BE49-F238E27FC236}">
                <a16:creationId xmlns:a16="http://schemas.microsoft.com/office/drawing/2014/main" id="{D985771A-7F0E-FFB4-5AB1-200C1381EE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587" t="60459" r="39961" b="7763"/>
          <a:stretch>
            <a:fillRect/>
          </a:stretch>
        </p:blipFill>
        <p:spPr>
          <a:xfrm rot="16200004">
            <a:off x="3712472" y="1128489"/>
            <a:ext cx="1214807" cy="527620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Imagen 18">
            <a:extLst>
              <a:ext uri="{FF2B5EF4-FFF2-40B4-BE49-F238E27FC236}">
                <a16:creationId xmlns:a16="http://schemas.microsoft.com/office/drawing/2014/main" id="{20BECF63-8FA3-244E-DFBB-05BA1B7149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857" t="37281" r="55716" b="7946"/>
          <a:stretch>
            <a:fillRect/>
          </a:stretch>
        </p:blipFill>
        <p:spPr>
          <a:xfrm rot="16200004">
            <a:off x="3615335" y="-1623764"/>
            <a:ext cx="1494431" cy="527620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Imagen 19">
            <a:extLst>
              <a:ext uri="{FF2B5EF4-FFF2-40B4-BE49-F238E27FC236}">
                <a16:creationId xmlns:a16="http://schemas.microsoft.com/office/drawing/2014/main" id="{C2F5D120-CF25-F1D3-1225-A245FF0278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857" t="37281" r="55716" b="7946"/>
          <a:stretch>
            <a:fillRect/>
          </a:stretch>
        </p:blipFill>
        <p:spPr>
          <a:xfrm rot="16200004">
            <a:off x="3572670" y="4214917"/>
            <a:ext cx="1494431" cy="509265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Imagen 1">
            <a:extLst>
              <a:ext uri="{FF2B5EF4-FFF2-40B4-BE49-F238E27FC236}">
                <a16:creationId xmlns:a16="http://schemas.microsoft.com/office/drawing/2014/main" id="{43AC9BCB-E290-A5BC-8C37-897A2B4A7A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427" t="21568" r="45264" b="27626"/>
          <a:stretch>
            <a:fillRect/>
          </a:stretch>
        </p:blipFill>
        <p:spPr>
          <a:xfrm rot="5400013">
            <a:off x="8985585" y="98843"/>
            <a:ext cx="707114" cy="69715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Imagen 2">
            <a:extLst>
              <a:ext uri="{FF2B5EF4-FFF2-40B4-BE49-F238E27FC236}">
                <a16:creationId xmlns:a16="http://schemas.microsoft.com/office/drawing/2014/main" id="{85E854AE-A568-128B-8B8B-208243C906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364" t="37841" r="19049" b="27625"/>
          <a:stretch>
            <a:fillRect/>
          </a:stretch>
        </p:blipFill>
        <p:spPr>
          <a:xfrm rot="5400013">
            <a:off x="9078016" y="7060988"/>
            <a:ext cx="713972" cy="52745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6E6B9B42-5948-4CC6-5122-B0169C310C43}"/>
              </a:ext>
            </a:extLst>
          </p:cNvPr>
          <p:cNvSpPr txBox="1"/>
          <p:nvPr/>
        </p:nvSpPr>
        <p:spPr>
          <a:xfrm rot="5400000">
            <a:off x="7796670" y="3309056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Mariángel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F12D908D-6AF2-BD2D-495B-7DE342D158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507" t="17045" r="11444" b="2647"/>
          <a:stretch>
            <a:fillRect/>
          </a:stretch>
        </p:blipFill>
        <p:spPr>
          <a:xfrm rot="2190807">
            <a:off x="5520732" y="2111260"/>
            <a:ext cx="723464" cy="1781351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3" name="Marcador de contenido 5">
            <a:extLst>
              <a:ext uri="{FF2B5EF4-FFF2-40B4-BE49-F238E27FC236}">
                <a16:creationId xmlns:a16="http://schemas.microsoft.com/office/drawing/2014/main" id="{67F595FC-0DE5-7F2A-C588-89B123D3C05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7857" y="141558"/>
          <a:ext cx="6505296" cy="7492444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626324">
                  <a:extLst>
                    <a:ext uri="{9D8B030D-6E8A-4147-A177-3AD203B41FA5}">
                      <a16:colId xmlns:a16="http://schemas.microsoft.com/office/drawing/2014/main" val="260653462"/>
                    </a:ext>
                  </a:extLst>
                </a:gridCol>
                <a:gridCol w="1626324">
                  <a:extLst>
                    <a:ext uri="{9D8B030D-6E8A-4147-A177-3AD203B41FA5}">
                      <a16:colId xmlns:a16="http://schemas.microsoft.com/office/drawing/2014/main" val="4150225360"/>
                    </a:ext>
                  </a:extLst>
                </a:gridCol>
                <a:gridCol w="1626324">
                  <a:extLst>
                    <a:ext uri="{9D8B030D-6E8A-4147-A177-3AD203B41FA5}">
                      <a16:colId xmlns:a16="http://schemas.microsoft.com/office/drawing/2014/main" val="1926491000"/>
                    </a:ext>
                  </a:extLst>
                </a:gridCol>
                <a:gridCol w="1626324">
                  <a:extLst>
                    <a:ext uri="{9D8B030D-6E8A-4147-A177-3AD203B41FA5}">
                      <a16:colId xmlns:a16="http://schemas.microsoft.com/office/drawing/2014/main" val="2565031486"/>
                    </a:ext>
                  </a:extLst>
                </a:gridCol>
              </a:tblGrid>
              <a:tr h="187311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180364"/>
                  </a:ext>
                </a:extLst>
              </a:tr>
              <a:tr h="187311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77"/>
                  </a:ext>
                </a:extLst>
              </a:tr>
              <a:tr h="187311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2985549"/>
                  </a:ext>
                </a:extLst>
              </a:tr>
              <a:tr h="187311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5554844"/>
                  </a:ext>
                </a:extLst>
              </a:tr>
            </a:tbl>
          </a:graphicData>
        </a:graphic>
      </p:graphicFrame>
      <p:pic>
        <p:nvPicPr>
          <p:cNvPr id="4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85008644-DBB8-2553-A754-78210B0FE8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174" t="21083" r="7568" b="12478"/>
          <a:stretch>
            <a:fillRect/>
          </a:stretch>
        </p:blipFill>
        <p:spPr>
          <a:xfrm rot="5400013">
            <a:off x="5382148" y="270644"/>
            <a:ext cx="1168584" cy="147342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40223568-5BE4-227A-6D2F-740AD8070F9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3309" t="28700" r="6007" b="10696"/>
          <a:stretch>
            <a:fillRect/>
          </a:stretch>
        </p:blipFill>
        <p:spPr>
          <a:xfrm rot="5400013">
            <a:off x="1929329" y="381040"/>
            <a:ext cx="1400961" cy="14755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1FC9A8E6-D1F2-E7D6-1D4B-67DD455461C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53" t="14830" r="65574" b="47243"/>
          <a:stretch>
            <a:fillRect/>
          </a:stretch>
        </p:blipFill>
        <p:spPr>
          <a:xfrm rot="5400013">
            <a:off x="1861421" y="2126708"/>
            <a:ext cx="1536777" cy="14755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Imagen 21">
            <a:extLst>
              <a:ext uri="{FF2B5EF4-FFF2-40B4-BE49-F238E27FC236}">
                <a16:creationId xmlns:a16="http://schemas.microsoft.com/office/drawing/2014/main" id="{CB57BB3F-10B6-99D1-E716-07842F57D23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427" t="21568" r="45264" b="27626"/>
          <a:stretch>
            <a:fillRect/>
          </a:stretch>
        </p:blipFill>
        <p:spPr>
          <a:xfrm rot="5400013">
            <a:off x="9084403" y="4768"/>
            <a:ext cx="677131" cy="66759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Imagen 22">
            <a:extLst>
              <a:ext uri="{FF2B5EF4-FFF2-40B4-BE49-F238E27FC236}">
                <a16:creationId xmlns:a16="http://schemas.microsoft.com/office/drawing/2014/main" id="{C70485F8-EBC7-83B1-DA18-B7FC10AE7A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344" t="40393" r="19049" b="27625"/>
          <a:stretch>
            <a:fillRect/>
          </a:stretch>
        </p:blipFill>
        <p:spPr>
          <a:xfrm rot="5400013">
            <a:off x="8901876" y="6854360"/>
            <a:ext cx="1015541" cy="69425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1108769B-48AC-A9E7-37BB-09A5E9BF88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507" t="17045" r="11444" b="2647"/>
          <a:stretch>
            <a:fillRect/>
          </a:stretch>
        </p:blipFill>
        <p:spPr>
          <a:xfrm rot="2190807">
            <a:off x="5484302" y="5716730"/>
            <a:ext cx="723464" cy="178135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563970EB-21CB-DFCD-0C46-50F6E862C7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174" t="21083" r="7568" b="12478"/>
          <a:stretch>
            <a:fillRect/>
          </a:stretch>
        </p:blipFill>
        <p:spPr>
          <a:xfrm rot="5400013">
            <a:off x="5345719" y="3876124"/>
            <a:ext cx="1168584" cy="147342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FB8093E3-B154-68AD-2381-C5DF06114D5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3309" t="28700" r="6007" b="10696"/>
          <a:stretch>
            <a:fillRect/>
          </a:stretch>
        </p:blipFill>
        <p:spPr>
          <a:xfrm rot="5400013">
            <a:off x="1929329" y="4105373"/>
            <a:ext cx="1400961" cy="14755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B2CA6DED-E954-85AD-FD7C-A169AAAF0CE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53" t="14830" r="65574" b="47243"/>
          <a:stretch>
            <a:fillRect/>
          </a:stretch>
        </p:blipFill>
        <p:spPr>
          <a:xfrm rot="5400013">
            <a:off x="1861421" y="5851050"/>
            <a:ext cx="1536777" cy="14755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Imagen 19">
            <a:extLst>
              <a:ext uri="{FF2B5EF4-FFF2-40B4-BE49-F238E27FC236}">
                <a16:creationId xmlns:a16="http://schemas.microsoft.com/office/drawing/2014/main" id="{01AE25F5-B9D2-CFB8-114C-013D6D95A0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533" t="41215" r="39578" b="4472"/>
          <a:stretch>
            <a:fillRect/>
          </a:stretch>
        </p:blipFill>
        <p:spPr>
          <a:xfrm rot="10799991">
            <a:off x="6949257" y="141549"/>
            <a:ext cx="1774603" cy="763402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829D6699-ED4D-CCF2-BAE4-6EF8A8D3D8D6}"/>
              </a:ext>
            </a:extLst>
          </p:cNvPr>
          <p:cNvSpPr txBox="1"/>
          <p:nvPr/>
        </p:nvSpPr>
        <p:spPr>
          <a:xfrm rot="5400000">
            <a:off x="7741908" y="3430926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Mariángel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upo 4">
            <a:extLst>
              <a:ext uri="{FF2B5EF4-FFF2-40B4-BE49-F238E27FC236}">
                <a16:creationId xmlns:a16="http://schemas.microsoft.com/office/drawing/2014/main" id="{BEC63B93-9821-7E10-D25E-4EDE28AC4672}"/>
              </a:ext>
            </a:extLst>
          </p:cNvPr>
          <p:cNvGrpSpPr/>
          <p:nvPr/>
        </p:nvGrpSpPr>
        <p:grpSpPr>
          <a:xfrm>
            <a:off x="3419966" y="5453739"/>
            <a:ext cx="5410533" cy="2066077"/>
            <a:chOff x="3419966" y="5453739"/>
            <a:chExt cx="5410533" cy="2066077"/>
          </a:xfrm>
        </p:grpSpPr>
        <p:pic>
          <p:nvPicPr>
            <p:cNvPr id="3" name="Picture 2" descr="Trace And Color Carrot Vector Art, Icons, and Graphics for Free Download">
              <a:extLst>
                <a:ext uri="{FF2B5EF4-FFF2-40B4-BE49-F238E27FC236}">
                  <a16:creationId xmlns:a16="http://schemas.microsoft.com/office/drawing/2014/main" id="{32EA6308-C277-6DB4-93B9-CC396EB68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7990" t="14134" r="58961" b="5558"/>
            <a:stretch>
              <a:fillRect/>
            </a:stretch>
          </p:blipFill>
          <p:spPr>
            <a:xfrm rot="7919709">
              <a:off x="7483054" y="5498924"/>
              <a:ext cx="838038" cy="1856853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4" name="Picture 4" descr="lindo pez tropical - una imagen para colorear. peces ...">
              <a:extLst>
                <a:ext uri="{FF2B5EF4-FFF2-40B4-BE49-F238E27FC236}">
                  <a16:creationId xmlns:a16="http://schemas.microsoft.com/office/drawing/2014/main" id="{F16E6607-F0EC-EC27-9C78-66541D0672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26" t="8253" r="1720" b="9685"/>
            <a:stretch>
              <a:fillRect/>
            </a:stretch>
          </p:blipFill>
          <p:spPr>
            <a:xfrm rot="7502607">
              <a:off x="3234869" y="6054756"/>
              <a:ext cx="2066077" cy="864043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5" name="Rectángulo 6">
              <a:extLst>
                <a:ext uri="{FF2B5EF4-FFF2-40B4-BE49-F238E27FC236}">
                  <a16:creationId xmlns:a16="http://schemas.microsoft.com/office/drawing/2014/main" id="{55A23C88-8F77-0638-8ABA-CBCB6F08D9B4}"/>
                </a:ext>
              </a:extLst>
            </p:cNvPr>
            <p:cNvSpPr/>
            <p:nvPr/>
          </p:nvSpPr>
          <p:spPr>
            <a:xfrm rot="5400013">
              <a:off x="7002264" y="5650050"/>
              <a:ext cx="1907036" cy="1695882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custDash>
                <a:ds d="300000" sp="3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CO" sz="1767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6" name="Rectángulo 8">
              <a:extLst>
                <a:ext uri="{FF2B5EF4-FFF2-40B4-BE49-F238E27FC236}">
                  <a16:creationId xmlns:a16="http://schemas.microsoft.com/office/drawing/2014/main" id="{2E2233E7-F816-4664-5EAD-95AA31A23211}"/>
                </a:ext>
              </a:extLst>
            </p:cNvPr>
            <p:cNvSpPr/>
            <p:nvPr/>
          </p:nvSpPr>
          <p:spPr>
            <a:xfrm rot="5400013">
              <a:off x="5158322" y="5650050"/>
              <a:ext cx="1907036" cy="1695882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custDash>
                <a:ds d="300000" sp="3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CO" sz="1767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7" name="Rectángulo 10">
              <a:extLst>
                <a:ext uri="{FF2B5EF4-FFF2-40B4-BE49-F238E27FC236}">
                  <a16:creationId xmlns:a16="http://schemas.microsoft.com/office/drawing/2014/main" id="{ACD9B484-84CC-65E1-5F0D-41A1E911CD9E}"/>
                </a:ext>
              </a:extLst>
            </p:cNvPr>
            <p:cNvSpPr/>
            <p:nvPr/>
          </p:nvSpPr>
          <p:spPr>
            <a:xfrm rot="5400013">
              <a:off x="3314389" y="5650050"/>
              <a:ext cx="1907036" cy="1695882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custDash>
                <a:ds d="300000" sp="3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CO" sz="1767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pic>
          <p:nvPicPr>
            <p:cNvPr id="8" name="Picture 2" descr="Comida de perro - Iconos gratis de animales">
              <a:extLst>
                <a:ext uri="{FF2B5EF4-FFF2-40B4-BE49-F238E27FC236}">
                  <a16:creationId xmlns:a16="http://schemas.microsoft.com/office/drawing/2014/main" id="{E30AD988-F14F-A8A0-16BC-873E6FA60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>
            <a:xfrm rot="5400013">
              <a:off x="5169542" y="5638830"/>
              <a:ext cx="1884596" cy="1695882"/>
            </a:xfrm>
            <a:prstGeom prst="rect">
              <a:avLst/>
            </a:prstGeom>
            <a:noFill/>
            <a:ln cap="flat">
              <a:noFill/>
            </a:ln>
          </p:spPr>
        </p:pic>
      </p:grpSp>
      <p:grpSp>
        <p:nvGrpSpPr>
          <p:cNvPr id="9" name="Grupo 2">
            <a:extLst>
              <a:ext uri="{FF2B5EF4-FFF2-40B4-BE49-F238E27FC236}">
                <a16:creationId xmlns:a16="http://schemas.microsoft.com/office/drawing/2014/main" id="{FD8078FF-E68D-12AB-4AD9-D2801CA95B57}"/>
              </a:ext>
            </a:extLst>
          </p:cNvPr>
          <p:cNvGrpSpPr/>
          <p:nvPr/>
        </p:nvGrpSpPr>
        <p:grpSpPr>
          <a:xfrm>
            <a:off x="3477135" y="194967"/>
            <a:ext cx="5443267" cy="1865193"/>
            <a:chOff x="3477135" y="194967"/>
            <a:chExt cx="5443267" cy="1865193"/>
          </a:xfrm>
        </p:grpSpPr>
        <p:pic>
          <p:nvPicPr>
            <p:cNvPr id="10" name="Picture 4" descr="Trace and color cute Easter bunny. Worksheet for children. 5494411 Vector  Art at Vecteezy">
              <a:extLst>
                <a:ext uri="{FF2B5EF4-FFF2-40B4-BE49-F238E27FC236}">
                  <a16:creationId xmlns:a16="http://schemas.microsoft.com/office/drawing/2014/main" id="{0EE674E8-C54F-6CB1-E7CA-F57CFA10803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7700" t="21933" r="55042" b="11628"/>
            <a:stretch>
              <a:fillRect/>
            </a:stretch>
          </p:blipFill>
          <p:spPr>
            <a:xfrm rot="5400013">
              <a:off x="3713666" y="329709"/>
              <a:ext cx="1360490" cy="1595701"/>
            </a:xfrm>
            <a:prstGeom prst="rect">
              <a:avLst/>
            </a:prstGeom>
            <a:noFill/>
            <a:ln cap="flat">
              <a:noFill/>
            </a:ln>
          </p:spPr>
        </p:pic>
        <p:grpSp>
          <p:nvGrpSpPr>
            <p:cNvPr id="11" name="Grupo 1">
              <a:extLst>
                <a:ext uri="{FF2B5EF4-FFF2-40B4-BE49-F238E27FC236}">
                  <a16:creationId xmlns:a16="http://schemas.microsoft.com/office/drawing/2014/main" id="{D81849FF-443F-A9F1-439F-D008747BC664}"/>
                </a:ext>
              </a:extLst>
            </p:cNvPr>
            <p:cNvGrpSpPr/>
            <p:nvPr/>
          </p:nvGrpSpPr>
          <p:grpSpPr>
            <a:xfrm>
              <a:off x="3477135" y="194967"/>
              <a:ext cx="5443267" cy="1865193"/>
              <a:chOff x="3477135" y="194967"/>
              <a:chExt cx="5443267" cy="1865193"/>
            </a:xfrm>
          </p:grpSpPr>
          <p:sp>
            <p:nvSpPr>
              <p:cNvPr id="12" name="Rectángulo 5">
                <a:extLst>
                  <a:ext uri="{FF2B5EF4-FFF2-40B4-BE49-F238E27FC236}">
                    <a16:creationId xmlns:a16="http://schemas.microsoft.com/office/drawing/2014/main" id="{F6A1C6D5-A993-4908-1563-C9CCFEC77EAF}"/>
                  </a:ext>
                </a:extLst>
              </p:cNvPr>
              <p:cNvSpPr/>
              <p:nvPr/>
            </p:nvSpPr>
            <p:spPr>
              <a:xfrm rot="5400013">
                <a:off x="7130491" y="270250"/>
                <a:ext cx="1865193" cy="1714628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custDash>
                  <a:ds d="300000" sp="3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s-CO" sz="1767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endParaRPr>
              </a:p>
            </p:txBody>
          </p:sp>
          <p:sp>
            <p:nvSpPr>
              <p:cNvPr id="13" name="Rectángulo 7">
                <a:extLst>
                  <a:ext uri="{FF2B5EF4-FFF2-40B4-BE49-F238E27FC236}">
                    <a16:creationId xmlns:a16="http://schemas.microsoft.com/office/drawing/2014/main" id="{03796286-B5C3-2967-C6F8-0137683BE087}"/>
                  </a:ext>
                </a:extLst>
              </p:cNvPr>
              <p:cNvSpPr/>
              <p:nvPr/>
            </p:nvSpPr>
            <p:spPr>
              <a:xfrm rot="5400013">
                <a:off x="5266176" y="270250"/>
                <a:ext cx="1865193" cy="1714628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custDash>
                  <a:ds d="300000" sp="3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s-CO" sz="1767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endParaRPr>
              </a:p>
            </p:txBody>
          </p:sp>
          <p:sp>
            <p:nvSpPr>
              <p:cNvPr id="14" name="Rectángulo 9">
                <a:extLst>
                  <a:ext uri="{FF2B5EF4-FFF2-40B4-BE49-F238E27FC236}">
                    <a16:creationId xmlns:a16="http://schemas.microsoft.com/office/drawing/2014/main" id="{00251954-9E80-AD83-A1C6-EB8930D22A52}"/>
                  </a:ext>
                </a:extLst>
              </p:cNvPr>
              <p:cNvSpPr/>
              <p:nvPr/>
            </p:nvSpPr>
            <p:spPr>
              <a:xfrm rot="5400013">
                <a:off x="3401852" y="270250"/>
                <a:ext cx="1865193" cy="1714628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custDash>
                  <a:ds d="300000" sp="3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s-CO" sz="1767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endParaRPr>
              </a:p>
            </p:txBody>
          </p:sp>
          <p:pic>
            <p:nvPicPr>
              <p:cNvPr id="15" name="Picture 4" descr="Little puppy trace and color picture children Vector Image">
                <a:extLst>
                  <a:ext uri="{FF2B5EF4-FFF2-40B4-BE49-F238E27FC236}">
                    <a16:creationId xmlns:a16="http://schemas.microsoft.com/office/drawing/2014/main" id="{CC58AEA8-33F0-4EE2-78F8-43A2199614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51899" t="29896" r="8802" b="27067"/>
              <a:stretch>
                <a:fillRect/>
              </a:stretch>
            </p:blipFill>
            <p:spPr>
              <a:xfrm rot="5400013">
                <a:off x="7091387" y="370584"/>
                <a:ext cx="1771247" cy="1420017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6" name="Picture 6" descr="Trace and color cute gray cat. Worksheet for children. 10226176 Vector Art  at Vecteezy">
                <a:extLst>
                  <a:ext uri="{FF2B5EF4-FFF2-40B4-BE49-F238E27FC236}">
                    <a16:creationId xmlns:a16="http://schemas.microsoft.com/office/drawing/2014/main" id="{84EC1F82-FFA5-053C-1FD8-5CADBDCC2C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260" t="27917" r="53056" b="11479"/>
              <a:stretch>
                <a:fillRect/>
              </a:stretch>
            </p:blipFill>
            <p:spPr>
              <a:xfrm rot="5400013">
                <a:off x="5392348" y="337464"/>
                <a:ext cx="1612837" cy="1580202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</p:grpSp>
      <p:pic>
        <p:nvPicPr>
          <p:cNvPr id="17" name="Picture 2" descr="Premium Vector | Cut and glue game for kids with cute horse. cutting  practice for preschoolers.">
            <a:extLst>
              <a:ext uri="{FF2B5EF4-FFF2-40B4-BE49-F238E27FC236}">
                <a16:creationId xmlns:a16="http://schemas.microsoft.com/office/drawing/2014/main" id="{78FB4632-60A1-6B8F-0199-CDEB9DB208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72" t="9359" r="13304" b="48468"/>
          <a:stretch>
            <a:fillRect/>
          </a:stretch>
        </p:blipFill>
        <p:spPr>
          <a:xfrm rot="5400013">
            <a:off x="-1979695" y="2208751"/>
            <a:ext cx="7454435" cy="322595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8" name="Imagen 19">
            <a:extLst>
              <a:ext uri="{FF2B5EF4-FFF2-40B4-BE49-F238E27FC236}">
                <a16:creationId xmlns:a16="http://schemas.microsoft.com/office/drawing/2014/main" id="{1C7AEFB9-7149-BADC-A60B-3A2CAC4184F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5427" t="21568" r="45264" b="27626"/>
          <a:stretch>
            <a:fillRect/>
          </a:stretch>
        </p:blipFill>
        <p:spPr>
          <a:xfrm rot="5400013">
            <a:off x="8988857" y="99281"/>
            <a:ext cx="677131" cy="66759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9" name="Imagen 20">
            <a:extLst>
              <a:ext uri="{FF2B5EF4-FFF2-40B4-BE49-F238E27FC236}">
                <a16:creationId xmlns:a16="http://schemas.microsoft.com/office/drawing/2014/main" id="{3CA18F39-283F-6ED3-7EED-B80EDDCB9CB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4344" t="40393" r="19049" b="27625"/>
          <a:stretch>
            <a:fillRect/>
          </a:stretch>
        </p:blipFill>
        <p:spPr>
          <a:xfrm rot="5400013">
            <a:off x="8842856" y="6869681"/>
            <a:ext cx="1069271" cy="73098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3181AED3-3799-85EF-DA7E-61E2EB878D10}"/>
              </a:ext>
            </a:extLst>
          </p:cNvPr>
          <p:cNvSpPr txBox="1"/>
          <p:nvPr/>
        </p:nvSpPr>
        <p:spPr>
          <a:xfrm rot="5400000">
            <a:off x="7741908" y="3430926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Mariángel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0E880809-BDC0-5A02-26AD-6471CC1107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290" t="31788" r="51099" b="13207"/>
          <a:stretch>
            <a:fillRect/>
          </a:stretch>
        </p:blipFill>
        <p:spPr>
          <a:xfrm rot="5400013">
            <a:off x="5385843" y="346877"/>
            <a:ext cx="1441487" cy="125668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Rectángulo 4">
            <a:extLst>
              <a:ext uri="{FF2B5EF4-FFF2-40B4-BE49-F238E27FC236}">
                <a16:creationId xmlns:a16="http://schemas.microsoft.com/office/drawing/2014/main" id="{733B1E95-3EBC-3FE8-7F0C-492271F50472}"/>
              </a:ext>
            </a:extLst>
          </p:cNvPr>
          <p:cNvSpPr/>
          <p:nvPr/>
        </p:nvSpPr>
        <p:spPr>
          <a:xfrm rot="5400013">
            <a:off x="7246112" y="135381"/>
            <a:ext cx="1423985" cy="1630375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7030A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Rectángulo 5">
            <a:extLst>
              <a:ext uri="{FF2B5EF4-FFF2-40B4-BE49-F238E27FC236}">
                <a16:creationId xmlns:a16="http://schemas.microsoft.com/office/drawing/2014/main" id="{76FF864B-E426-5125-C0D2-9F5F8D396D7E}"/>
              </a:ext>
            </a:extLst>
          </p:cNvPr>
          <p:cNvSpPr/>
          <p:nvPr/>
        </p:nvSpPr>
        <p:spPr>
          <a:xfrm rot="5400013">
            <a:off x="5427037" y="150317"/>
            <a:ext cx="1408084" cy="1616421"/>
          </a:xfrm>
          <a:prstGeom prst="rect">
            <a:avLst/>
          </a:prstGeom>
          <a:noFill/>
          <a:ln w="38103" cap="flat">
            <a:solidFill>
              <a:srgbClr val="00B0F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Rectángulo 6">
            <a:extLst>
              <a:ext uri="{FF2B5EF4-FFF2-40B4-BE49-F238E27FC236}">
                <a16:creationId xmlns:a16="http://schemas.microsoft.com/office/drawing/2014/main" id="{38060F9B-7209-0945-A7C8-50D2BD10F9CF}"/>
              </a:ext>
            </a:extLst>
          </p:cNvPr>
          <p:cNvSpPr/>
          <p:nvPr/>
        </p:nvSpPr>
        <p:spPr>
          <a:xfrm rot="5400013">
            <a:off x="3635673" y="107651"/>
            <a:ext cx="1336724" cy="1630375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FF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Rectángulo 7">
            <a:extLst>
              <a:ext uri="{FF2B5EF4-FFF2-40B4-BE49-F238E27FC236}">
                <a16:creationId xmlns:a16="http://schemas.microsoft.com/office/drawing/2014/main" id="{158416AA-DD09-A6CB-D717-97A2A286D3CB}"/>
              </a:ext>
            </a:extLst>
          </p:cNvPr>
          <p:cNvSpPr/>
          <p:nvPr/>
        </p:nvSpPr>
        <p:spPr>
          <a:xfrm rot="5400013">
            <a:off x="7483495" y="6204771"/>
            <a:ext cx="1245778" cy="1544878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B0F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7" name="Picture 2" descr="Página para colorear de estanque » Descarga gratuita » Artus Art">
            <a:extLst>
              <a:ext uri="{FF2B5EF4-FFF2-40B4-BE49-F238E27FC236}">
                <a16:creationId xmlns:a16="http://schemas.microsoft.com/office/drawing/2014/main" id="{B25BEF3D-C393-20C0-6C9E-42DA832172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5400013">
            <a:off x="7520071" y="6283766"/>
            <a:ext cx="1119563" cy="13868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Rectángulo 13">
            <a:extLst>
              <a:ext uri="{FF2B5EF4-FFF2-40B4-BE49-F238E27FC236}">
                <a16:creationId xmlns:a16="http://schemas.microsoft.com/office/drawing/2014/main" id="{027B79DE-C912-6F29-2FA1-CA36A7861C3C}"/>
              </a:ext>
            </a:extLst>
          </p:cNvPr>
          <p:cNvSpPr/>
          <p:nvPr/>
        </p:nvSpPr>
        <p:spPr>
          <a:xfrm rot="5400013">
            <a:off x="5800349" y="6194429"/>
            <a:ext cx="1245778" cy="1439357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FF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Rectángulo 14">
            <a:extLst>
              <a:ext uri="{FF2B5EF4-FFF2-40B4-BE49-F238E27FC236}">
                <a16:creationId xmlns:a16="http://schemas.microsoft.com/office/drawing/2014/main" id="{CF39A520-716A-8122-29F4-6DFAA0708B3D}"/>
              </a:ext>
            </a:extLst>
          </p:cNvPr>
          <p:cNvSpPr/>
          <p:nvPr/>
        </p:nvSpPr>
        <p:spPr>
          <a:xfrm rot="5400013">
            <a:off x="4093796" y="6227402"/>
            <a:ext cx="1245778" cy="1470592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7030A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10" name="Picture 4" descr="Granja Para Colorear">
            <a:extLst>
              <a:ext uri="{FF2B5EF4-FFF2-40B4-BE49-F238E27FC236}">
                <a16:creationId xmlns:a16="http://schemas.microsoft.com/office/drawing/2014/main" id="{BF480134-C52F-B9D2-2E02-DE50C7D0656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 rot="5400013">
            <a:off x="5958591" y="6540396"/>
            <a:ext cx="987359" cy="97403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12" descr="Premium Vector | Trace and color for kids horse vector">
            <a:extLst>
              <a:ext uri="{FF2B5EF4-FFF2-40B4-BE49-F238E27FC236}">
                <a16:creationId xmlns:a16="http://schemas.microsoft.com/office/drawing/2014/main" id="{7CA79124-D3A1-4384-832B-E62D291B730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870" t="30198" r="6944" b="5871"/>
          <a:stretch>
            <a:fillRect/>
          </a:stretch>
        </p:blipFill>
        <p:spPr>
          <a:xfrm rot="5400013">
            <a:off x="3845244" y="297372"/>
            <a:ext cx="1178725" cy="125288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Picture 6" descr="Dibujo de Casa de perro para colorear | Dibujos para colorear imprimir  gratis">
            <a:extLst>
              <a:ext uri="{FF2B5EF4-FFF2-40B4-BE49-F238E27FC236}">
                <a16:creationId xmlns:a16="http://schemas.microsoft.com/office/drawing/2014/main" id="{9E6EBA5F-B766-54D0-AB22-FCA057C6DA7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 rot="5400013">
            <a:off x="4171904" y="6458782"/>
            <a:ext cx="1089553" cy="103507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Picture 8" descr="Little puppy trace and color picture children Vector Image">
            <a:extLst>
              <a:ext uri="{FF2B5EF4-FFF2-40B4-BE49-F238E27FC236}">
                <a16:creationId xmlns:a16="http://schemas.microsoft.com/office/drawing/2014/main" id="{E2BD9380-B11D-8DBC-5E3A-6C9B38D523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977" t="31808" r="8751" b="28112"/>
          <a:stretch>
            <a:fillRect/>
          </a:stretch>
        </p:blipFill>
        <p:spPr>
          <a:xfrm rot="5400013">
            <a:off x="7127080" y="444637"/>
            <a:ext cx="1254081" cy="100724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Picture 10" descr="Premium Vector | Cut and glue game for kids cute turkey">
            <a:extLst>
              <a:ext uri="{FF2B5EF4-FFF2-40B4-BE49-F238E27FC236}">
                <a16:creationId xmlns:a16="http://schemas.microsoft.com/office/drawing/2014/main" id="{10F7C227-6CA1-97C9-D930-024C83045B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29" t="9285" r="13151" b="48890"/>
          <a:stretch>
            <a:fillRect/>
          </a:stretch>
        </p:blipFill>
        <p:spPr>
          <a:xfrm rot="5400013">
            <a:off x="-1234633" y="2152616"/>
            <a:ext cx="5818967" cy="341023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Imagen 17">
            <a:extLst>
              <a:ext uri="{FF2B5EF4-FFF2-40B4-BE49-F238E27FC236}">
                <a16:creationId xmlns:a16="http://schemas.microsoft.com/office/drawing/2014/main" id="{223064C5-E4D7-2736-25E3-8A0AF3F1E2D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5427" t="21568" r="45264" b="27626"/>
          <a:stretch>
            <a:fillRect/>
          </a:stretch>
        </p:blipFill>
        <p:spPr>
          <a:xfrm rot="5400013">
            <a:off x="8936905" y="167828"/>
            <a:ext cx="760378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6" name="Imagen 20">
            <a:extLst>
              <a:ext uri="{FF2B5EF4-FFF2-40B4-BE49-F238E27FC236}">
                <a16:creationId xmlns:a16="http://schemas.microsoft.com/office/drawing/2014/main" id="{BF52DD8A-0569-2C6D-1696-2C7144640ED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4364" t="37841" r="19049" b="27625"/>
          <a:stretch>
            <a:fillRect/>
          </a:stretch>
        </p:blipFill>
        <p:spPr>
          <a:xfrm rot="5400013">
            <a:off x="8816818" y="6717886"/>
            <a:ext cx="1014764" cy="74966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C2074C13-3254-C53E-3B4F-A8DBF104AD13}"/>
              </a:ext>
            </a:extLst>
          </p:cNvPr>
          <p:cNvSpPr txBox="1"/>
          <p:nvPr/>
        </p:nvSpPr>
        <p:spPr>
          <a:xfrm rot="5400000">
            <a:off x="7741908" y="3430926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Camilo José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4" descr="Trace and color cute colorful Easter egg. Worksheet for children. 5360154  Vector Art at Vecteezy">
            <a:extLst>
              <a:ext uri="{FF2B5EF4-FFF2-40B4-BE49-F238E27FC236}">
                <a16:creationId xmlns:a16="http://schemas.microsoft.com/office/drawing/2014/main" id="{94701411-0A8C-6F1A-A9C1-42A097880D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406" t="22205" r="54716" b="14471"/>
          <a:stretch>
            <a:fillRect/>
          </a:stretch>
        </p:blipFill>
        <p:spPr>
          <a:xfrm>
            <a:off x="94960" y="967206"/>
            <a:ext cx="5151574" cy="680836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9838F701-5E60-CCB1-8C7F-18B2D74E1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174" t="21083" r="7568" b="12478"/>
          <a:stretch>
            <a:fillRect/>
          </a:stretch>
        </p:blipFill>
        <p:spPr>
          <a:xfrm>
            <a:off x="5297914" y="603997"/>
            <a:ext cx="1168584" cy="147342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40453EB6-C1FD-142D-FD3B-EFCF3FC3920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309" t="28700" r="6007" b="10696"/>
          <a:stretch>
            <a:fillRect/>
          </a:stretch>
        </p:blipFill>
        <p:spPr>
          <a:xfrm>
            <a:off x="8195355" y="769522"/>
            <a:ext cx="1154814" cy="121631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Rectángulo 6">
            <a:extLst>
              <a:ext uri="{FF2B5EF4-FFF2-40B4-BE49-F238E27FC236}">
                <a16:creationId xmlns:a16="http://schemas.microsoft.com/office/drawing/2014/main" id="{CDF4FE41-C586-7AE9-F0DF-D2150E9CCCE3}"/>
              </a:ext>
            </a:extLst>
          </p:cNvPr>
          <p:cNvSpPr/>
          <p:nvPr/>
        </p:nvSpPr>
        <p:spPr>
          <a:xfrm>
            <a:off x="5328812" y="605479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ángulo 7">
            <a:extLst>
              <a:ext uri="{FF2B5EF4-FFF2-40B4-BE49-F238E27FC236}">
                <a16:creationId xmlns:a16="http://schemas.microsoft.com/office/drawing/2014/main" id="{4D995A05-0488-CC71-6703-5A5D496FCAA3}"/>
              </a:ext>
            </a:extLst>
          </p:cNvPr>
          <p:cNvSpPr/>
          <p:nvPr/>
        </p:nvSpPr>
        <p:spPr>
          <a:xfrm>
            <a:off x="8100843" y="642457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Rectángulo 8">
            <a:extLst>
              <a:ext uri="{FF2B5EF4-FFF2-40B4-BE49-F238E27FC236}">
                <a16:creationId xmlns:a16="http://schemas.microsoft.com/office/drawing/2014/main" id="{3D2764F9-A633-0D6C-A76B-8226BE9FA7F3}"/>
              </a:ext>
            </a:extLst>
          </p:cNvPr>
          <p:cNvSpPr/>
          <p:nvPr/>
        </p:nvSpPr>
        <p:spPr>
          <a:xfrm>
            <a:off x="5328812" y="6153409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8" name="Rectángulo 9">
            <a:extLst>
              <a:ext uri="{FF2B5EF4-FFF2-40B4-BE49-F238E27FC236}">
                <a16:creationId xmlns:a16="http://schemas.microsoft.com/office/drawing/2014/main" id="{50DD9EB0-CD1A-7044-FDA3-E008116B235D}"/>
              </a:ext>
            </a:extLst>
          </p:cNvPr>
          <p:cNvSpPr/>
          <p:nvPr/>
        </p:nvSpPr>
        <p:spPr>
          <a:xfrm>
            <a:off x="8100843" y="6190387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cxnSp>
        <p:nvCxnSpPr>
          <p:cNvPr id="9" name="Conector recto 11">
            <a:extLst>
              <a:ext uri="{FF2B5EF4-FFF2-40B4-BE49-F238E27FC236}">
                <a16:creationId xmlns:a16="http://schemas.microsoft.com/office/drawing/2014/main" id="{299F7BC6-0A6F-B45F-653C-8688340DC212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6000731" y="2075934"/>
            <a:ext cx="0" cy="4077475"/>
          </a:xfrm>
          <a:prstGeom prst="straightConnector1">
            <a:avLst/>
          </a:prstGeom>
          <a:noFill/>
          <a:ln w="38103" cap="flat">
            <a:solidFill>
              <a:srgbClr val="156082"/>
            </a:solidFill>
            <a:custDash>
              <a:ds d="299976" sp="299976"/>
            </a:custDash>
            <a:miter/>
          </a:ln>
        </p:spPr>
      </p:cxnSp>
      <p:cxnSp>
        <p:nvCxnSpPr>
          <p:cNvPr id="10" name="Conector recto 13">
            <a:extLst>
              <a:ext uri="{FF2B5EF4-FFF2-40B4-BE49-F238E27FC236}">
                <a16:creationId xmlns:a16="http://schemas.microsoft.com/office/drawing/2014/main" id="{6D6CC55D-4F90-AAAE-D887-2420199D45F9}"/>
              </a:ext>
            </a:extLst>
          </p:cNvPr>
          <p:cNvCxnSpPr/>
          <p:nvPr/>
        </p:nvCxnSpPr>
        <p:spPr>
          <a:xfrm>
            <a:off x="8846902" y="2112913"/>
            <a:ext cx="0" cy="4077474"/>
          </a:xfrm>
          <a:prstGeom prst="straightConnector1">
            <a:avLst/>
          </a:prstGeom>
          <a:noFill/>
          <a:ln w="38103" cap="flat">
            <a:solidFill>
              <a:srgbClr val="156082"/>
            </a:solidFill>
            <a:custDash>
              <a:ds d="299976" sp="299976"/>
            </a:custDash>
            <a:miter/>
          </a:ln>
        </p:spPr>
      </p:cxnSp>
      <p:pic>
        <p:nvPicPr>
          <p:cNvPr id="11" name="Imagen 14">
            <a:extLst>
              <a:ext uri="{FF2B5EF4-FFF2-40B4-BE49-F238E27FC236}">
                <a16:creationId xmlns:a16="http://schemas.microsoft.com/office/drawing/2014/main" id="{5E3C4FB0-A955-D791-C366-6D0E8F689F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427" t="21568" r="45264" b="27626"/>
          <a:stretch>
            <a:fillRect/>
          </a:stretch>
        </p:blipFill>
        <p:spPr>
          <a:xfrm>
            <a:off x="15197" y="19860"/>
            <a:ext cx="760378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Imagen 15">
            <a:extLst>
              <a:ext uri="{FF2B5EF4-FFF2-40B4-BE49-F238E27FC236}">
                <a16:creationId xmlns:a16="http://schemas.microsoft.com/office/drawing/2014/main" id="{E4F047D7-4672-DE59-E2EF-6BA03B22CB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364" t="37841" r="19049" b="27625"/>
          <a:stretch>
            <a:fillRect/>
          </a:stretch>
        </p:blipFill>
        <p:spPr>
          <a:xfrm>
            <a:off x="4283150" y="6997537"/>
            <a:ext cx="1014764" cy="74966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CDDE214C-C562-F0A8-E356-B2968CB5C379}"/>
              </a:ext>
            </a:extLst>
          </p:cNvPr>
          <p:cNvSpPr txBox="1"/>
          <p:nvPr/>
        </p:nvSpPr>
        <p:spPr>
          <a:xfrm>
            <a:off x="1210663" y="222032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Camilo José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F25ECFBA-14C9-FDFA-89C0-455686AEE15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2342" t="33957" r="3047" b="11039"/>
          <a:stretch>
            <a:fillRect/>
          </a:stretch>
        </p:blipFill>
        <p:spPr>
          <a:xfrm>
            <a:off x="8146490" y="3365321"/>
            <a:ext cx="1392786" cy="121422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n 3">
            <a:extLst>
              <a:ext uri="{FF2B5EF4-FFF2-40B4-BE49-F238E27FC236}">
                <a16:creationId xmlns:a16="http://schemas.microsoft.com/office/drawing/2014/main" id="{C2CB67F7-6DFF-2BEE-40E2-135CD22CBB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957" t="49868" r="22151" b="10500"/>
          <a:stretch>
            <a:fillRect/>
          </a:stretch>
        </p:blipFill>
        <p:spPr>
          <a:xfrm>
            <a:off x="289279" y="1520628"/>
            <a:ext cx="4710357" cy="560588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2" descr="Duck Coloring Page - Little Bee Family">
            <a:extLst>
              <a:ext uri="{FF2B5EF4-FFF2-40B4-BE49-F238E27FC236}">
                <a16:creationId xmlns:a16="http://schemas.microsoft.com/office/drawing/2014/main" id="{DED132AB-D086-284C-8EA8-D3CDCFAEB91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946" t="10582" r="11755" b="22745"/>
          <a:stretch>
            <a:fillRect/>
          </a:stretch>
        </p:blipFill>
        <p:spPr>
          <a:xfrm>
            <a:off x="0" y="1139808"/>
            <a:ext cx="1197662" cy="133674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2" descr="Duck Coloring Page - Little Bee Family">
            <a:extLst>
              <a:ext uri="{FF2B5EF4-FFF2-40B4-BE49-F238E27FC236}">
                <a16:creationId xmlns:a16="http://schemas.microsoft.com/office/drawing/2014/main" id="{4F1D0B17-E59B-504E-C2C9-6CBA87E0DAD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946" t="10582" r="11755" b="22745"/>
          <a:stretch>
            <a:fillRect/>
          </a:stretch>
        </p:blipFill>
        <p:spPr>
          <a:xfrm>
            <a:off x="4729724" y="6237954"/>
            <a:ext cx="1296143" cy="1446663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6" name="Tabla 8">
            <a:extLst>
              <a:ext uri="{FF2B5EF4-FFF2-40B4-BE49-F238E27FC236}">
                <a16:creationId xmlns:a16="http://schemas.microsoft.com/office/drawing/2014/main" id="{EF7F4782-EBB8-5178-9442-B0363727D75A}"/>
              </a:ext>
            </a:extLst>
          </p:cNvPr>
          <p:cNvGraphicFramePr>
            <a:graphicFrameLocks noGrp="1"/>
          </p:cNvGraphicFramePr>
          <p:nvPr/>
        </p:nvGraphicFramePr>
        <p:xfrm>
          <a:off x="5183980" y="661696"/>
          <a:ext cx="4447932" cy="5320488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482644">
                  <a:extLst>
                    <a:ext uri="{9D8B030D-6E8A-4147-A177-3AD203B41FA5}">
                      <a16:colId xmlns:a16="http://schemas.microsoft.com/office/drawing/2014/main" val="3254176717"/>
                    </a:ext>
                  </a:extLst>
                </a:gridCol>
                <a:gridCol w="1482644">
                  <a:extLst>
                    <a:ext uri="{9D8B030D-6E8A-4147-A177-3AD203B41FA5}">
                      <a16:colId xmlns:a16="http://schemas.microsoft.com/office/drawing/2014/main" val="2862647186"/>
                    </a:ext>
                  </a:extLst>
                </a:gridCol>
                <a:gridCol w="1482644">
                  <a:extLst>
                    <a:ext uri="{9D8B030D-6E8A-4147-A177-3AD203B41FA5}">
                      <a16:colId xmlns:a16="http://schemas.microsoft.com/office/drawing/2014/main" val="2327135914"/>
                    </a:ext>
                  </a:extLst>
                </a:gridCol>
              </a:tblGrid>
              <a:tr h="1330122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2687932"/>
                  </a:ext>
                </a:extLst>
              </a:tr>
              <a:tr h="1330122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575057"/>
                  </a:ext>
                </a:extLst>
              </a:tr>
              <a:tr h="1330122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326139"/>
                  </a:ext>
                </a:extLst>
              </a:tr>
              <a:tr h="1330122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3708307"/>
                  </a:ext>
                </a:extLst>
              </a:tr>
            </a:tbl>
          </a:graphicData>
        </a:graphic>
      </p:graphicFrame>
      <p:pic>
        <p:nvPicPr>
          <p:cNvPr id="7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27A0A278-11CD-2937-5C70-D1AD5689907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2342" t="33957" r="3047" b="11039"/>
          <a:stretch>
            <a:fillRect/>
          </a:stretch>
        </p:blipFill>
        <p:spPr>
          <a:xfrm>
            <a:off x="5209885" y="3424053"/>
            <a:ext cx="1392786" cy="121422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10" descr="Trace and color cute cartoon colorful parrot. Worksheet for children.  36065205 Vector Art at Vecteezy">
            <a:extLst>
              <a:ext uri="{FF2B5EF4-FFF2-40B4-BE49-F238E27FC236}">
                <a16:creationId xmlns:a16="http://schemas.microsoft.com/office/drawing/2014/main" id="{2DAAF059-B533-693A-A95E-9C01AD7B5CF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9649" t="23525" r="7302" b="4836"/>
          <a:stretch>
            <a:fillRect/>
          </a:stretch>
        </p:blipFill>
        <p:spPr>
          <a:xfrm>
            <a:off x="5428856" y="777066"/>
            <a:ext cx="954834" cy="112301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10" descr="Trace and color cute cartoon colorful parrot. Worksheet for children.  36065205 Vector Art at Vecteezy">
            <a:extLst>
              <a:ext uri="{FF2B5EF4-FFF2-40B4-BE49-F238E27FC236}">
                <a16:creationId xmlns:a16="http://schemas.microsoft.com/office/drawing/2014/main" id="{DCDD14EE-2223-CDC8-6EEF-1B03D9EEE6A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9649" t="23525" r="7302" b="4836"/>
          <a:stretch>
            <a:fillRect/>
          </a:stretch>
        </p:blipFill>
        <p:spPr>
          <a:xfrm>
            <a:off x="8458757" y="777066"/>
            <a:ext cx="954834" cy="112301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Picture 4" descr="Trace and color cute pig space worksheet for kids Vector Image">
            <a:extLst>
              <a:ext uri="{FF2B5EF4-FFF2-40B4-BE49-F238E27FC236}">
                <a16:creationId xmlns:a16="http://schemas.microsoft.com/office/drawing/2014/main" id="{CC6C4D71-E439-2BA0-FC77-1100EE27216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2647" t="31222" r="6193" b="19386"/>
          <a:stretch>
            <a:fillRect/>
          </a:stretch>
        </p:blipFill>
        <p:spPr>
          <a:xfrm>
            <a:off x="6823280" y="777066"/>
            <a:ext cx="1141134" cy="10763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B1736F23-079D-A3C1-3CB7-D7800AE4FE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867" t="29465" r="5449" b="9931"/>
          <a:stretch>
            <a:fillRect/>
          </a:stretch>
        </p:blipFill>
        <p:spPr>
          <a:xfrm>
            <a:off x="6863212" y="3398678"/>
            <a:ext cx="1089489" cy="114750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Imagen 15">
            <a:extLst>
              <a:ext uri="{FF2B5EF4-FFF2-40B4-BE49-F238E27FC236}">
                <a16:creationId xmlns:a16="http://schemas.microsoft.com/office/drawing/2014/main" id="{928E3E36-D3D1-6863-0820-F7DD53E2DF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0" y="34335"/>
            <a:ext cx="760378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Imagen 16">
            <a:extLst>
              <a:ext uri="{FF2B5EF4-FFF2-40B4-BE49-F238E27FC236}">
                <a16:creationId xmlns:a16="http://schemas.microsoft.com/office/drawing/2014/main" id="{AD2EBAE4-D81D-C9D8-4355-42BFB4A987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364" t="37841" r="19049" b="27625"/>
          <a:stretch>
            <a:fillRect/>
          </a:stretch>
        </p:blipFill>
        <p:spPr>
          <a:xfrm>
            <a:off x="8742011" y="6934946"/>
            <a:ext cx="1014764" cy="74966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D5F79A67-7A75-DB52-580C-24201521AC2C}"/>
              </a:ext>
            </a:extLst>
          </p:cNvPr>
          <p:cNvSpPr txBox="1"/>
          <p:nvPr/>
        </p:nvSpPr>
        <p:spPr>
          <a:xfrm>
            <a:off x="1226279" y="484782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Camilo José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upo 2">
            <a:extLst>
              <a:ext uri="{FF2B5EF4-FFF2-40B4-BE49-F238E27FC236}">
                <a16:creationId xmlns:a16="http://schemas.microsoft.com/office/drawing/2014/main" id="{2E911760-4F88-169C-6717-FE0382BB471F}"/>
              </a:ext>
            </a:extLst>
          </p:cNvPr>
          <p:cNvGrpSpPr/>
          <p:nvPr/>
        </p:nvGrpSpPr>
        <p:grpSpPr>
          <a:xfrm>
            <a:off x="3245680" y="6498659"/>
            <a:ext cx="5605555" cy="1161544"/>
            <a:chOff x="3245680" y="6498659"/>
            <a:chExt cx="5605555" cy="1161544"/>
          </a:xfrm>
        </p:grpSpPr>
        <p:grpSp>
          <p:nvGrpSpPr>
            <p:cNvPr id="3" name="Grupo 1">
              <a:extLst>
                <a:ext uri="{FF2B5EF4-FFF2-40B4-BE49-F238E27FC236}">
                  <a16:creationId xmlns:a16="http://schemas.microsoft.com/office/drawing/2014/main" id="{75273349-3C41-A896-7791-9D2C4CD0D2B4}"/>
                </a:ext>
              </a:extLst>
            </p:cNvPr>
            <p:cNvGrpSpPr/>
            <p:nvPr/>
          </p:nvGrpSpPr>
          <p:grpSpPr>
            <a:xfrm>
              <a:off x="3245680" y="6498659"/>
              <a:ext cx="5605555" cy="1161544"/>
              <a:chOff x="3245680" y="6498659"/>
              <a:chExt cx="5605555" cy="1161544"/>
            </a:xfrm>
          </p:grpSpPr>
          <p:sp>
            <p:nvSpPr>
              <p:cNvPr id="4" name="Rectángulo 4">
                <a:extLst>
                  <a:ext uri="{FF2B5EF4-FFF2-40B4-BE49-F238E27FC236}">
                    <a16:creationId xmlns:a16="http://schemas.microsoft.com/office/drawing/2014/main" id="{3CA16807-B501-2235-F4EB-403D87EC30E4}"/>
                  </a:ext>
                </a:extLst>
              </p:cNvPr>
              <p:cNvSpPr/>
              <p:nvPr/>
            </p:nvSpPr>
            <p:spPr>
              <a:xfrm rot="5400013">
                <a:off x="7721206" y="6530174"/>
                <a:ext cx="1161544" cy="1098514"/>
              </a:xfrm>
              <a:prstGeom prst="rect">
                <a:avLst/>
              </a:prstGeom>
              <a:solidFill>
                <a:srgbClr val="FFFFFF"/>
              </a:solidFill>
              <a:ln w="38103" cap="flat">
                <a:solidFill>
                  <a:srgbClr val="042433"/>
                </a:solidFill>
                <a:custDash>
                  <a:ds d="100000" sp="1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749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sp>
            <p:nvSpPr>
              <p:cNvPr id="5" name="Rectángulo 5">
                <a:extLst>
                  <a:ext uri="{FF2B5EF4-FFF2-40B4-BE49-F238E27FC236}">
                    <a16:creationId xmlns:a16="http://schemas.microsoft.com/office/drawing/2014/main" id="{202BFA0B-0228-7FC5-2386-4AC081DC4617}"/>
                  </a:ext>
                </a:extLst>
              </p:cNvPr>
              <p:cNvSpPr/>
              <p:nvPr/>
            </p:nvSpPr>
            <p:spPr>
              <a:xfrm rot="5400013">
                <a:off x="6173347" y="6530174"/>
                <a:ext cx="1161544" cy="1098514"/>
              </a:xfrm>
              <a:prstGeom prst="rect">
                <a:avLst/>
              </a:prstGeom>
              <a:solidFill>
                <a:srgbClr val="FFFFFF"/>
              </a:solidFill>
              <a:ln w="38103" cap="flat">
                <a:solidFill>
                  <a:srgbClr val="042433"/>
                </a:solidFill>
                <a:custDash>
                  <a:ds d="100000" sp="1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749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sp>
            <p:nvSpPr>
              <p:cNvPr id="6" name="Rectángulo 6">
                <a:extLst>
                  <a:ext uri="{FF2B5EF4-FFF2-40B4-BE49-F238E27FC236}">
                    <a16:creationId xmlns:a16="http://schemas.microsoft.com/office/drawing/2014/main" id="{6A2A25D0-C4E4-0B1E-023A-2A85A58B1557}"/>
                  </a:ext>
                </a:extLst>
              </p:cNvPr>
              <p:cNvSpPr/>
              <p:nvPr/>
            </p:nvSpPr>
            <p:spPr>
              <a:xfrm rot="5400013">
                <a:off x="4762025" y="6530174"/>
                <a:ext cx="1161544" cy="1098514"/>
              </a:xfrm>
              <a:prstGeom prst="rect">
                <a:avLst/>
              </a:prstGeom>
              <a:solidFill>
                <a:srgbClr val="FFFFFF"/>
              </a:solidFill>
              <a:ln w="38103" cap="flat">
                <a:solidFill>
                  <a:srgbClr val="042433"/>
                </a:solidFill>
                <a:custDash>
                  <a:ds d="100000" sp="1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749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sp>
            <p:nvSpPr>
              <p:cNvPr id="7" name="Rectángulo 7">
                <a:extLst>
                  <a:ext uri="{FF2B5EF4-FFF2-40B4-BE49-F238E27FC236}">
                    <a16:creationId xmlns:a16="http://schemas.microsoft.com/office/drawing/2014/main" id="{550EB067-6F9A-7A4E-76F1-AEB8B4235FB0}"/>
                  </a:ext>
                </a:extLst>
              </p:cNvPr>
              <p:cNvSpPr/>
              <p:nvPr/>
            </p:nvSpPr>
            <p:spPr>
              <a:xfrm rot="5400013">
                <a:off x="3214165" y="6530174"/>
                <a:ext cx="1161544" cy="1098514"/>
              </a:xfrm>
              <a:prstGeom prst="rect">
                <a:avLst/>
              </a:prstGeom>
              <a:solidFill>
                <a:srgbClr val="FFFFFF"/>
              </a:solidFill>
              <a:ln w="38103" cap="flat">
                <a:solidFill>
                  <a:srgbClr val="042433"/>
                </a:solidFill>
                <a:custDash>
                  <a:ds d="100000" sp="1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749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pic>
            <p:nvPicPr>
              <p:cNvPr id="8" name="Picture 2" descr="Trace and color cute pig space worksheet for kids Vector Image">
                <a:extLst>
                  <a:ext uri="{FF2B5EF4-FFF2-40B4-BE49-F238E27FC236}">
                    <a16:creationId xmlns:a16="http://schemas.microsoft.com/office/drawing/2014/main" id="{7B4F8B29-A201-8CF7-A9A9-DE18178711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52879" t="31893" r="6611" b="19655"/>
              <a:stretch>
                <a:fillRect/>
              </a:stretch>
            </p:blipFill>
            <p:spPr>
              <a:xfrm rot="5400013">
                <a:off x="7796865" y="6606581"/>
                <a:ext cx="984168" cy="925217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9" name="Picture 6" descr="Premium Vector | Trace and color cute easter chicken. worksheet for  children.">
                <a:extLst>
                  <a:ext uri="{FF2B5EF4-FFF2-40B4-BE49-F238E27FC236}">
                    <a16:creationId xmlns:a16="http://schemas.microsoft.com/office/drawing/2014/main" id="{28157888-1C39-4178-E3B5-1AF71D04E1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0014" t="25250" r="7315" b="14654"/>
              <a:stretch>
                <a:fillRect/>
              </a:stretch>
            </p:blipFill>
            <p:spPr>
              <a:xfrm rot="5400013">
                <a:off x="6283619" y="6579895"/>
                <a:ext cx="991959" cy="986381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0" name="Picture 10" descr="Trace and Color Cow | Vector free, Vector art, Cow">
                <a:extLst>
                  <a:ext uri="{FF2B5EF4-FFF2-40B4-BE49-F238E27FC236}">
                    <a16:creationId xmlns:a16="http://schemas.microsoft.com/office/drawing/2014/main" id="{44277E54-29E9-F82A-7142-424E747AE2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l="7987" t="34246" r="60580" b="19686"/>
              <a:stretch>
                <a:fillRect/>
              </a:stretch>
            </p:blipFill>
            <p:spPr>
              <a:xfrm rot="5400013">
                <a:off x="4832823" y="6555206"/>
                <a:ext cx="1042022" cy="970096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  <p:pic>
          <p:nvPicPr>
            <p:cNvPr id="11" name="Picture 14" descr="Premium Vector | Trace and color for kids horse vector">
              <a:extLst>
                <a:ext uri="{FF2B5EF4-FFF2-40B4-BE49-F238E27FC236}">
                  <a16:creationId xmlns:a16="http://schemas.microsoft.com/office/drawing/2014/main" id="{8E258826-17B4-88DE-CB21-033BABCB3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5222" t="6368" r="61242" b="57391"/>
            <a:stretch>
              <a:fillRect/>
            </a:stretch>
          </p:blipFill>
          <p:spPr>
            <a:xfrm rot="5400013">
              <a:off x="3354398" y="6627064"/>
              <a:ext cx="897995" cy="970425"/>
            </a:xfrm>
            <a:prstGeom prst="rect">
              <a:avLst/>
            </a:prstGeom>
            <a:noFill/>
            <a:ln cap="flat">
              <a:noFill/>
            </a:ln>
          </p:spPr>
        </p:pic>
      </p:grpSp>
      <p:grpSp>
        <p:nvGrpSpPr>
          <p:cNvPr id="12" name="Grupo 13">
            <a:extLst>
              <a:ext uri="{FF2B5EF4-FFF2-40B4-BE49-F238E27FC236}">
                <a16:creationId xmlns:a16="http://schemas.microsoft.com/office/drawing/2014/main" id="{FFB6CCE8-CE1B-110E-046B-B0576A3BE1A6}"/>
              </a:ext>
            </a:extLst>
          </p:cNvPr>
          <p:cNvGrpSpPr/>
          <p:nvPr/>
        </p:nvGrpSpPr>
        <p:grpSpPr>
          <a:xfrm>
            <a:off x="3089281" y="111218"/>
            <a:ext cx="5605555" cy="1161544"/>
            <a:chOff x="3089281" y="111218"/>
            <a:chExt cx="5605555" cy="1161544"/>
          </a:xfrm>
        </p:grpSpPr>
        <p:sp>
          <p:nvSpPr>
            <p:cNvPr id="13" name="Rectángulo 8">
              <a:extLst>
                <a:ext uri="{FF2B5EF4-FFF2-40B4-BE49-F238E27FC236}">
                  <a16:creationId xmlns:a16="http://schemas.microsoft.com/office/drawing/2014/main" id="{5B2B0AF1-DE84-1F09-FC92-77632B2789F8}"/>
                </a:ext>
              </a:extLst>
            </p:cNvPr>
            <p:cNvSpPr/>
            <p:nvPr/>
          </p:nvSpPr>
          <p:spPr>
            <a:xfrm rot="5400013">
              <a:off x="7564807" y="142733"/>
              <a:ext cx="1161544" cy="1098514"/>
            </a:xfrm>
            <a:prstGeom prst="rect">
              <a:avLst/>
            </a:prstGeom>
            <a:solidFill>
              <a:srgbClr val="FFFFFF"/>
            </a:solidFill>
            <a:ln w="38103" cap="flat">
              <a:solidFill>
                <a:srgbClr val="042433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14" name="Rectángulo 9">
              <a:extLst>
                <a:ext uri="{FF2B5EF4-FFF2-40B4-BE49-F238E27FC236}">
                  <a16:creationId xmlns:a16="http://schemas.microsoft.com/office/drawing/2014/main" id="{BF85D4E6-57FA-41A5-D8CC-862EAAE58B36}"/>
                </a:ext>
              </a:extLst>
            </p:cNvPr>
            <p:cNvSpPr/>
            <p:nvPr/>
          </p:nvSpPr>
          <p:spPr>
            <a:xfrm rot="5400013">
              <a:off x="6016948" y="142733"/>
              <a:ext cx="1161544" cy="1098514"/>
            </a:xfrm>
            <a:prstGeom prst="rect">
              <a:avLst/>
            </a:prstGeom>
            <a:solidFill>
              <a:srgbClr val="FFFFFF"/>
            </a:solidFill>
            <a:ln w="38103" cap="flat">
              <a:solidFill>
                <a:srgbClr val="042433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15" name="Rectángulo 10">
              <a:extLst>
                <a:ext uri="{FF2B5EF4-FFF2-40B4-BE49-F238E27FC236}">
                  <a16:creationId xmlns:a16="http://schemas.microsoft.com/office/drawing/2014/main" id="{24625F55-0D18-7B4B-5D90-B21975F95697}"/>
                </a:ext>
              </a:extLst>
            </p:cNvPr>
            <p:cNvSpPr/>
            <p:nvPr/>
          </p:nvSpPr>
          <p:spPr>
            <a:xfrm rot="5400013">
              <a:off x="4605626" y="142733"/>
              <a:ext cx="1161544" cy="1098514"/>
            </a:xfrm>
            <a:prstGeom prst="rect">
              <a:avLst/>
            </a:prstGeom>
            <a:solidFill>
              <a:srgbClr val="FFFFFF"/>
            </a:solidFill>
            <a:ln w="38103" cap="flat">
              <a:solidFill>
                <a:srgbClr val="042433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16" name="Rectángulo 11">
              <a:extLst>
                <a:ext uri="{FF2B5EF4-FFF2-40B4-BE49-F238E27FC236}">
                  <a16:creationId xmlns:a16="http://schemas.microsoft.com/office/drawing/2014/main" id="{A82D8E0D-541F-0462-74B2-F00FBCD151BB}"/>
                </a:ext>
              </a:extLst>
            </p:cNvPr>
            <p:cNvSpPr/>
            <p:nvPr/>
          </p:nvSpPr>
          <p:spPr>
            <a:xfrm rot="5400013">
              <a:off x="3057766" y="142733"/>
              <a:ext cx="1161544" cy="1098514"/>
            </a:xfrm>
            <a:prstGeom prst="rect">
              <a:avLst/>
            </a:prstGeom>
            <a:solidFill>
              <a:srgbClr val="FFFFFF"/>
            </a:solidFill>
            <a:ln w="38103" cap="flat">
              <a:solidFill>
                <a:srgbClr val="042433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pic>
          <p:nvPicPr>
            <p:cNvPr id="17" name="Picture 4" descr="Trace and color cute pig space worksheet for kids Vector Image">
              <a:extLst>
                <a:ext uri="{FF2B5EF4-FFF2-40B4-BE49-F238E27FC236}">
                  <a16:creationId xmlns:a16="http://schemas.microsoft.com/office/drawing/2014/main" id="{00BAE55C-90E6-226C-7EDC-3798966FB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5283" t="31222" r="53557" b="19386"/>
            <a:stretch>
              <a:fillRect/>
            </a:stretch>
          </p:blipFill>
          <p:spPr>
            <a:xfrm rot="5400013">
              <a:off x="6104223" y="263896"/>
              <a:ext cx="907761" cy="856189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8" name="Picture 8" descr="Premium Vector | Trace and color cute easter chicken. worksheet for  children.">
              <a:extLst>
                <a:ext uri="{FF2B5EF4-FFF2-40B4-BE49-F238E27FC236}">
                  <a16:creationId xmlns:a16="http://schemas.microsoft.com/office/drawing/2014/main" id="{2A702145-D257-7D66-6849-2B3CD8923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245" t="25250" r="49985" b="14893"/>
            <a:stretch>
              <a:fillRect/>
            </a:stretch>
          </p:blipFill>
          <p:spPr>
            <a:xfrm rot="5400013">
              <a:off x="7647639" y="199934"/>
              <a:ext cx="995900" cy="984123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9" name="Picture 12" descr="Trace and Color Cow | Vector free, Vector art, Cow">
              <a:extLst>
                <a:ext uri="{FF2B5EF4-FFF2-40B4-BE49-F238E27FC236}">
                  <a16:creationId xmlns:a16="http://schemas.microsoft.com/office/drawing/2014/main" id="{3606F27F-4FFF-03B9-4B39-5F5222C8D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40570" t="20255" r="7760" b="4279"/>
            <a:stretch>
              <a:fillRect/>
            </a:stretch>
          </p:blipFill>
          <p:spPr>
            <a:xfrm rot="5400013">
              <a:off x="3099184" y="156921"/>
              <a:ext cx="1078717" cy="987314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20" name="Picture 16" descr="Premium Vector | Trace and color for kids horse vector">
              <a:extLst>
                <a:ext uri="{FF2B5EF4-FFF2-40B4-BE49-F238E27FC236}">
                  <a16:creationId xmlns:a16="http://schemas.microsoft.com/office/drawing/2014/main" id="{582FC2A8-9713-3277-8BC7-53578EB7B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8647" t="5694" r="4787" b="14829"/>
            <a:stretch>
              <a:fillRect/>
            </a:stretch>
          </p:blipFill>
          <p:spPr>
            <a:xfrm rot="5400013">
              <a:off x="4711039" y="239459"/>
              <a:ext cx="972793" cy="970096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21" name="Rectángulo 12">
              <a:extLst>
                <a:ext uri="{FF2B5EF4-FFF2-40B4-BE49-F238E27FC236}">
                  <a16:creationId xmlns:a16="http://schemas.microsoft.com/office/drawing/2014/main" id="{D9265C50-9C1B-676C-606E-B74266DD8807}"/>
                </a:ext>
              </a:extLst>
            </p:cNvPr>
            <p:cNvSpPr/>
            <p:nvPr/>
          </p:nvSpPr>
          <p:spPr>
            <a:xfrm rot="5400013">
              <a:off x="5420238" y="159687"/>
              <a:ext cx="227895" cy="296594"/>
            </a:xfrm>
            <a:prstGeom prst="rect">
              <a:avLst/>
            </a:prstGeom>
            <a:solidFill>
              <a:srgbClr val="FFFFFF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</p:grpSp>
      <p:pic>
        <p:nvPicPr>
          <p:cNvPr id="22" name="Imagen 19">
            <a:extLst>
              <a:ext uri="{FF2B5EF4-FFF2-40B4-BE49-F238E27FC236}">
                <a16:creationId xmlns:a16="http://schemas.microsoft.com/office/drawing/2014/main" id="{19BDA5AC-13AF-E380-19CB-CC5A9B021C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 rot="5400013">
            <a:off x="9002285" y="5358"/>
            <a:ext cx="760378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3" name="Imagen 20">
            <a:extLst>
              <a:ext uri="{FF2B5EF4-FFF2-40B4-BE49-F238E27FC236}">
                <a16:creationId xmlns:a16="http://schemas.microsoft.com/office/drawing/2014/main" id="{43BD391A-BFB6-ED51-B3D4-DBABF26989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364" t="37841" r="19049" b="27625"/>
          <a:stretch>
            <a:fillRect/>
          </a:stretch>
        </p:blipFill>
        <p:spPr>
          <a:xfrm rot="5400013">
            <a:off x="8840419" y="6777989"/>
            <a:ext cx="1014764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4" name="Picture 4" descr="Dot a dot game for preschool kids. Cute horse. 8813605 Vector Art at  Vecteezy">
            <a:extLst>
              <a:ext uri="{FF2B5EF4-FFF2-40B4-BE49-F238E27FC236}">
                <a16:creationId xmlns:a16="http://schemas.microsoft.com/office/drawing/2014/main" id="{E5DA021C-0CFB-F938-F262-CF7D2A65E1E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6923" t="15832" r="18922" b="6387"/>
          <a:stretch>
            <a:fillRect/>
          </a:stretch>
        </p:blipFill>
        <p:spPr>
          <a:xfrm rot="5400013">
            <a:off x="-230378" y="660046"/>
            <a:ext cx="3342003" cy="286579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5" name="Picture 4" descr="Dot a dot game for preschool kids. Cute horse. 8813605 Vector Art at  Vecteezy">
            <a:extLst>
              <a:ext uri="{FF2B5EF4-FFF2-40B4-BE49-F238E27FC236}">
                <a16:creationId xmlns:a16="http://schemas.microsoft.com/office/drawing/2014/main" id="{B3BB2F92-CF2C-9758-6F55-1ACE27E4DDE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6923" t="15832" r="18922" b="6387"/>
          <a:stretch>
            <a:fillRect/>
          </a:stretch>
        </p:blipFill>
        <p:spPr>
          <a:xfrm rot="5400013">
            <a:off x="-177234" y="4556305"/>
            <a:ext cx="3342003" cy="286579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293F0464-BA3D-151E-2BA3-473401391AD1}"/>
              </a:ext>
            </a:extLst>
          </p:cNvPr>
          <p:cNvSpPr txBox="1"/>
          <p:nvPr/>
        </p:nvSpPr>
        <p:spPr>
          <a:xfrm rot="5400000">
            <a:off x="7714319" y="3379742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Camilo José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A9CA463E-52A7-8CB5-4694-DB88F017BB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60" t="27917" r="53056" b="11479"/>
          <a:stretch>
            <a:fillRect/>
          </a:stretch>
        </p:blipFill>
        <p:spPr>
          <a:xfrm>
            <a:off x="5208715" y="4433852"/>
            <a:ext cx="3552965" cy="304324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8" descr="Coloring Pages for Kids: Rabbit Vector">
            <a:extLst>
              <a:ext uri="{FF2B5EF4-FFF2-40B4-BE49-F238E27FC236}">
                <a16:creationId xmlns:a16="http://schemas.microsoft.com/office/drawing/2014/main" id="{999BA8F4-97FA-4138-BA65-C02E66F5CF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117" t="21329" r="10645" b="8530"/>
          <a:stretch>
            <a:fillRect/>
          </a:stretch>
        </p:blipFill>
        <p:spPr>
          <a:xfrm>
            <a:off x="5874325" y="1181660"/>
            <a:ext cx="2221763" cy="312691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4" descr="Little puppy trace and color picture children Vector Image">
            <a:extLst>
              <a:ext uri="{FF2B5EF4-FFF2-40B4-BE49-F238E27FC236}">
                <a16:creationId xmlns:a16="http://schemas.microsoft.com/office/drawing/2014/main" id="{59F22767-2423-CA55-D650-DD449AC71F6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1899" t="29896" r="8802" b="27067"/>
          <a:stretch>
            <a:fillRect/>
          </a:stretch>
        </p:blipFill>
        <p:spPr>
          <a:xfrm>
            <a:off x="431578" y="4404390"/>
            <a:ext cx="3527928" cy="304051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2" descr="Trace And Color Duck Vector Art, Icons, and Graphics for Free Download">
            <a:extLst>
              <a:ext uri="{FF2B5EF4-FFF2-40B4-BE49-F238E27FC236}">
                <a16:creationId xmlns:a16="http://schemas.microsoft.com/office/drawing/2014/main" id="{0693082A-68A0-E38F-BCA6-3E74BFD176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86" t="34081" r="51281" b="13901"/>
          <a:stretch>
            <a:fillRect/>
          </a:stretch>
        </p:blipFill>
        <p:spPr>
          <a:xfrm>
            <a:off x="625166" y="1254300"/>
            <a:ext cx="3359377" cy="2952176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6" name="Tabla 4">
            <a:extLst>
              <a:ext uri="{FF2B5EF4-FFF2-40B4-BE49-F238E27FC236}">
                <a16:creationId xmlns:a16="http://schemas.microsoft.com/office/drawing/2014/main" id="{47A713CB-2023-0CC3-38E7-2FB9572D0BD7}"/>
              </a:ext>
            </a:extLst>
          </p:cNvPr>
          <p:cNvGraphicFramePr>
            <a:graphicFrameLocks noGrp="1"/>
          </p:cNvGraphicFramePr>
          <p:nvPr/>
        </p:nvGraphicFramePr>
        <p:xfrm>
          <a:off x="111565" y="4404390"/>
          <a:ext cx="4386576" cy="309745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93288">
                  <a:extLst>
                    <a:ext uri="{9D8B030D-6E8A-4147-A177-3AD203B41FA5}">
                      <a16:colId xmlns:a16="http://schemas.microsoft.com/office/drawing/2014/main" val="3521753273"/>
                    </a:ext>
                  </a:extLst>
                </a:gridCol>
                <a:gridCol w="2193288">
                  <a:extLst>
                    <a:ext uri="{9D8B030D-6E8A-4147-A177-3AD203B41FA5}">
                      <a16:colId xmlns:a16="http://schemas.microsoft.com/office/drawing/2014/main" val="3484475377"/>
                    </a:ext>
                  </a:extLst>
                </a:gridCol>
              </a:tblGrid>
              <a:tr h="3097456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886268"/>
                  </a:ext>
                </a:extLst>
              </a:tr>
            </a:tbl>
          </a:graphicData>
        </a:graphic>
      </p:graphicFrame>
      <p:graphicFrame>
        <p:nvGraphicFramePr>
          <p:cNvPr id="7" name="Tabla 5">
            <a:extLst>
              <a:ext uri="{FF2B5EF4-FFF2-40B4-BE49-F238E27FC236}">
                <a16:creationId xmlns:a16="http://schemas.microsoft.com/office/drawing/2014/main" id="{0BAA10D1-DADC-8501-3C96-79E0C8D75EDA}"/>
              </a:ext>
            </a:extLst>
          </p:cNvPr>
          <p:cNvGraphicFramePr>
            <a:graphicFrameLocks noGrp="1"/>
          </p:cNvGraphicFramePr>
          <p:nvPr/>
        </p:nvGraphicFramePr>
        <p:xfrm>
          <a:off x="111565" y="1181660"/>
          <a:ext cx="4386576" cy="309745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93288">
                  <a:extLst>
                    <a:ext uri="{9D8B030D-6E8A-4147-A177-3AD203B41FA5}">
                      <a16:colId xmlns:a16="http://schemas.microsoft.com/office/drawing/2014/main" val="773748229"/>
                    </a:ext>
                  </a:extLst>
                </a:gridCol>
                <a:gridCol w="2193288">
                  <a:extLst>
                    <a:ext uri="{9D8B030D-6E8A-4147-A177-3AD203B41FA5}">
                      <a16:colId xmlns:a16="http://schemas.microsoft.com/office/drawing/2014/main" val="1506032274"/>
                    </a:ext>
                  </a:extLst>
                </a:gridCol>
              </a:tblGrid>
              <a:tr h="3097456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203372"/>
                  </a:ext>
                </a:extLst>
              </a:tr>
            </a:tbl>
          </a:graphicData>
        </a:graphic>
      </p:graphicFrame>
      <p:graphicFrame>
        <p:nvGraphicFramePr>
          <p:cNvPr id="8" name="Tabla 6">
            <a:extLst>
              <a:ext uri="{FF2B5EF4-FFF2-40B4-BE49-F238E27FC236}">
                <a16:creationId xmlns:a16="http://schemas.microsoft.com/office/drawing/2014/main" id="{C0740038-2EDA-3A78-AC15-03AFDA2498D8}"/>
              </a:ext>
            </a:extLst>
          </p:cNvPr>
          <p:cNvGraphicFramePr>
            <a:graphicFrameLocks noGrp="1"/>
          </p:cNvGraphicFramePr>
          <p:nvPr/>
        </p:nvGraphicFramePr>
        <p:xfrm>
          <a:off x="4791913" y="4404390"/>
          <a:ext cx="4386576" cy="309745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93288">
                  <a:extLst>
                    <a:ext uri="{9D8B030D-6E8A-4147-A177-3AD203B41FA5}">
                      <a16:colId xmlns:a16="http://schemas.microsoft.com/office/drawing/2014/main" val="3740697498"/>
                    </a:ext>
                  </a:extLst>
                </a:gridCol>
                <a:gridCol w="2193288">
                  <a:extLst>
                    <a:ext uri="{9D8B030D-6E8A-4147-A177-3AD203B41FA5}">
                      <a16:colId xmlns:a16="http://schemas.microsoft.com/office/drawing/2014/main" val="462737540"/>
                    </a:ext>
                  </a:extLst>
                </a:gridCol>
              </a:tblGrid>
              <a:tr h="3097456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5486262"/>
                  </a:ext>
                </a:extLst>
              </a:tr>
            </a:tbl>
          </a:graphicData>
        </a:graphic>
      </p:graphicFrame>
      <p:graphicFrame>
        <p:nvGraphicFramePr>
          <p:cNvPr id="9" name="Tabla 7">
            <a:extLst>
              <a:ext uri="{FF2B5EF4-FFF2-40B4-BE49-F238E27FC236}">
                <a16:creationId xmlns:a16="http://schemas.microsoft.com/office/drawing/2014/main" id="{59D2304F-EE5E-7303-EE93-695579053A45}"/>
              </a:ext>
            </a:extLst>
          </p:cNvPr>
          <p:cNvGraphicFramePr>
            <a:graphicFrameLocks noGrp="1"/>
          </p:cNvGraphicFramePr>
          <p:nvPr/>
        </p:nvGraphicFramePr>
        <p:xfrm>
          <a:off x="4791913" y="1181660"/>
          <a:ext cx="4386576" cy="309745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93288">
                  <a:extLst>
                    <a:ext uri="{9D8B030D-6E8A-4147-A177-3AD203B41FA5}">
                      <a16:colId xmlns:a16="http://schemas.microsoft.com/office/drawing/2014/main" val="1650597605"/>
                    </a:ext>
                  </a:extLst>
                </a:gridCol>
                <a:gridCol w="2193288">
                  <a:extLst>
                    <a:ext uri="{9D8B030D-6E8A-4147-A177-3AD203B41FA5}">
                      <a16:colId xmlns:a16="http://schemas.microsoft.com/office/drawing/2014/main" val="2419672106"/>
                    </a:ext>
                  </a:extLst>
                </a:gridCol>
              </a:tblGrid>
              <a:tr h="3097456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 dirty="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7787748"/>
                  </a:ext>
                </a:extLst>
              </a:tr>
            </a:tbl>
          </a:graphicData>
        </a:graphic>
      </p:graphicFrame>
      <p:sp>
        <p:nvSpPr>
          <p:cNvPr id="10" name="Rectángulo 14">
            <a:extLst>
              <a:ext uri="{FF2B5EF4-FFF2-40B4-BE49-F238E27FC236}">
                <a16:creationId xmlns:a16="http://schemas.microsoft.com/office/drawing/2014/main" id="{5A35C98D-073B-0F70-A0C0-33F531CE0970}"/>
              </a:ext>
            </a:extLst>
          </p:cNvPr>
          <p:cNvSpPr/>
          <p:nvPr/>
        </p:nvSpPr>
        <p:spPr>
          <a:xfrm>
            <a:off x="216365" y="1254300"/>
            <a:ext cx="2061176" cy="2952176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49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1" name="Rectángulo 15">
            <a:extLst>
              <a:ext uri="{FF2B5EF4-FFF2-40B4-BE49-F238E27FC236}">
                <a16:creationId xmlns:a16="http://schemas.microsoft.com/office/drawing/2014/main" id="{1C1B5619-B869-22E3-65B1-2A16DADC7A4B}"/>
              </a:ext>
            </a:extLst>
          </p:cNvPr>
          <p:cNvSpPr/>
          <p:nvPr/>
        </p:nvSpPr>
        <p:spPr>
          <a:xfrm>
            <a:off x="137809" y="4492721"/>
            <a:ext cx="2139732" cy="2952176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49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2" name="Rectángulo 16">
            <a:extLst>
              <a:ext uri="{FF2B5EF4-FFF2-40B4-BE49-F238E27FC236}">
                <a16:creationId xmlns:a16="http://schemas.microsoft.com/office/drawing/2014/main" id="{A5D0E33B-2C47-322F-201D-B794B1316ED6}"/>
              </a:ext>
            </a:extLst>
          </p:cNvPr>
          <p:cNvSpPr/>
          <p:nvPr/>
        </p:nvSpPr>
        <p:spPr>
          <a:xfrm>
            <a:off x="7026213" y="1225661"/>
            <a:ext cx="2100449" cy="2952176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49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3" name="Rectángulo 17">
            <a:extLst>
              <a:ext uri="{FF2B5EF4-FFF2-40B4-BE49-F238E27FC236}">
                <a16:creationId xmlns:a16="http://schemas.microsoft.com/office/drawing/2014/main" id="{81592640-A001-11B9-F34A-3AE820481A1C}"/>
              </a:ext>
            </a:extLst>
          </p:cNvPr>
          <p:cNvSpPr/>
          <p:nvPr/>
        </p:nvSpPr>
        <p:spPr>
          <a:xfrm>
            <a:off x="7026213" y="4448555"/>
            <a:ext cx="1735467" cy="2952176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49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14" name="Imagen 18">
            <a:extLst>
              <a:ext uri="{FF2B5EF4-FFF2-40B4-BE49-F238E27FC236}">
                <a16:creationId xmlns:a16="http://schemas.microsoft.com/office/drawing/2014/main" id="{30C26428-85F4-0089-07A2-8D40FC8CA8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427" t="21568" r="45264" b="27626"/>
          <a:stretch>
            <a:fillRect/>
          </a:stretch>
        </p:blipFill>
        <p:spPr>
          <a:xfrm>
            <a:off x="0" y="121185"/>
            <a:ext cx="707114" cy="69715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Imagen 19">
            <a:extLst>
              <a:ext uri="{FF2B5EF4-FFF2-40B4-BE49-F238E27FC236}">
                <a16:creationId xmlns:a16="http://schemas.microsoft.com/office/drawing/2014/main" id="{0E8B4E52-7A2E-3A21-0966-C4AEAFD443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364" t="37841" r="19049" b="27625"/>
          <a:stretch>
            <a:fillRect/>
          </a:stretch>
        </p:blipFill>
        <p:spPr>
          <a:xfrm>
            <a:off x="9042803" y="145663"/>
            <a:ext cx="713972" cy="52745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97B15DE2-CD01-99B7-A41D-3BE22543CFEC}"/>
              </a:ext>
            </a:extLst>
          </p:cNvPr>
          <p:cNvSpPr txBox="1"/>
          <p:nvPr/>
        </p:nvSpPr>
        <p:spPr>
          <a:xfrm>
            <a:off x="3649594" y="121185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Camilo José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E9DEB88B-1038-FDCC-42DB-7537CC3974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60" t="27917" r="53056" b="11479"/>
          <a:stretch>
            <a:fillRect/>
          </a:stretch>
        </p:blipFill>
        <p:spPr>
          <a:xfrm rot="5400013">
            <a:off x="7221579" y="6146090"/>
            <a:ext cx="1316223" cy="15857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Rectángulo 3">
            <a:extLst>
              <a:ext uri="{FF2B5EF4-FFF2-40B4-BE49-F238E27FC236}">
                <a16:creationId xmlns:a16="http://schemas.microsoft.com/office/drawing/2014/main" id="{EE490522-4593-6044-C426-F6E79DA6922A}"/>
              </a:ext>
            </a:extLst>
          </p:cNvPr>
          <p:cNvSpPr/>
          <p:nvPr/>
        </p:nvSpPr>
        <p:spPr>
          <a:xfrm rot="5400013">
            <a:off x="7327868" y="26065"/>
            <a:ext cx="1364659" cy="1846777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Rectángulo 4">
            <a:extLst>
              <a:ext uri="{FF2B5EF4-FFF2-40B4-BE49-F238E27FC236}">
                <a16:creationId xmlns:a16="http://schemas.microsoft.com/office/drawing/2014/main" id="{CA600642-A73B-6829-89CD-38BC22B6EC1E}"/>
              </a:ext>
            </a:extLst>
          </p:cNvPr>
          <p:cNvSpPr/>
          <p:nvPr/>
        </p:nvSpPr>
        <p:spPr>
          <a:xfrm rot="5400013">
            <a:off x="7182278" y="2845507"/>
            <a:ext cx="1483549" cy="1846777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Rectángulo 5">
            <a:extLst>
              <a:ext uri="{FF2B5EF4-FFF2-40B4-BE49-F238E27FC236}">
                <a16:creationId xmlns:a16="http://schemas.microsoft.com/office/drawing/2014/main" id="{93E3163B-68AE-194B-DE0E-0A8CA16D8E72}"/>
              </a:ext>
            </a:extLst>
          </p:cNvPr>
          <p:cNvSpPr/>
          <p:nvPr/>
        </p:nvSpPr>
        <p:spPr>
          <a:xfrm rot="5400013">
            <a:off x="7223179" y="5962157"/>
            <a:ext cx="1483549" cy="1846777"/>
          </a:xfrm>
          <a:prstGeom prst="rect">
            <a:avLst/>
          </a:prstGeom>
          <a:noFill/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6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A63519BE-F68E-BC94-9BCE-21D1F0F90A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0" t="21933" r="55042" b="11628"/>
          <a:stretch>
            <a:fillRect/>
          </a:stretch>
        </p:blipFill>
        <p:spPr>
          <a:xfrm rot="5400013">
            <a:off x="7267331" y="248114"/>
            <a:ext cx="1224015" cy="154332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Picture 4" descr="Little puppy trace and color picture children Vector Image">
            <a:extLst>
              <a:ext uri="{FF2B5EF4-FFF2-40B4-BE49-F238E27FC236}">
                <a16:creationId xmlns:a16="http://schemas.microsoft.com/office/drawing/2014/main" id="{556A3FBC-5B86-A742-C970-76CCC513751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1899" t="29896" r="8802" b="27067"/>
          <a:stretch>
            <a:fillRect/>
          </a:stretch>
        </p:blipFill>
        <p:spPr>
          <a:xfrm rot="5400013">
            <a:off x="7277508" y="3019824"/>
            <a:ext cx="1214807" cy="149353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Rectángulo 14">
            <a:extLst>
              <a:ext uri="{FF2B5EF4-FFF2-40B4-BE49-F238E27FC236}">
                <a16:creationId xmlns:a16="http://schemas.microsoft.com/office/drawing/2014/main" id="{3A5BB978-00C2-0E27-3F9C-8FD7CC2FD00E}"/>
              </a:ext>
            </a:extLst>
          </p:cNvPr>
          <p:cNvSpPr/>
          <p:nvPr/>
        </p:nvSpPr>
        <p:spPr>
          <a:xfrm rot="5400013">
            <a:off x="189377" y="247332"/>
            <a:ext cx="1483549" cy="1544878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Rectángulo 15">
            <a:extLst>
              <a:ext uri="{FF2B5EF4-FFF2-40B4-BE49-F238E27FC236}">
                <a16:creationId xmlns:a16="http://schemas.microsoft.com/office/drawing/2014/main" id="{77CA61A5-9809-2FBD-A484-0422B0D5F0BC}"/>
              </a:ext>
            </a:extLst>
          </p:cNvPr>
          <p:cNvSpPr/>
          <p:nvPr/>
        </p:nvSpPr>
        <p:spPr>
          <a:xfrm rot="5400013">
            <a:off x="167560" y="2859782"/>
            <a:ext cx="1483549" cy="1544878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Rectángulo 16">
            <a:extLst>
              <a:ext uri="{FF2B5EF4-FFF2-40B4-BE49-F238E27FC236}">
                <a16:creationId xmlns:a16="http://schemas.microsoft.com/office/drawing/2014/main" id="{F5A993DF-94FD-B275-DA0D-4200E1E4EE5C}"/>
              </a:ext>
            </a:extLst>
          </p:cNvPr>
          <p:cNvSpPr/>
          <p:nvPr/>
        </p:nvSpPr>
        <p:spPr>
          <a:xfrm rot="5400013">
            <a:off x="167560" y="6001075"/>
            <a:ext cx="1483549" cy="1544878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11" name="Imagen 17">
            <a:extLst>
              <a:ext uri="{FF2B5EF4-FFF2-40B4-BE49-F238E27FC236}">
                <a16:creationId xmlns:a16="http://schemas.microsoft.com/office/drawing/2014/main" id="{D985771A-7F0E-FFB4-5AB1-200C1381EE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587" t="60459" r="39961" b="7763"/>
          <a:stretch>
            <a:fillRect/>
          </a:stretch>
        </p:blipFill>
        <p:spPr>
          <a:xfrm rot="16200004">
            <a:off x="3712472" y="1128489"/>
            <a:ext cx="1214807" cy="527620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Imagen 18">
            <a:extLst>
              <a:ext uri="{FF2B5EF4-FFF2-40B4-BE49-F238E27FC236}">
                <a16:creationId xmlns:a16="http://schemas.microsoft.com/office/drawing/2014/main" id="{20BECF63-8FA3-244E-DFBB-05BA1B7149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857" t="37281" r="55716" b="7946"/>
          <a:stretch>
            <a:fillRect/>
          </a:stretch>
        </p:blipFill>
        <p:spPr>
          <a:xfrm rot="16200004">
            <a:off x="3615335" y="-1623764"/>
            <a:ext cx="1494431" cy="527620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Imagen 19">
            <a:extLst>
              <a:ext uri="{FF2B5EF4-FFF2-40B4-BE49-F238E27FC236}">
                <a16:creationId xmlns:a16="http://schemas.microsoft.com/office/drawing/2014/main" id="{C2F5D120-CF25-F1D3-1225-A245FF0278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857" t="37281" r="55716" b="7946"/>
          <a:stretch>
            <a:fillRect/>
          </a:stretch>
        </p:blipFill>
        <p:spPr>
          <a:xfrm rot="16200004">
            <a:off x="3572670" y="4214917"/>
            <a:ext cx="1494431" cy="509265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Imagen 1">
            <a:extLst>
              <a:ext uri="{FF2B5EF4-FFF2-40B4-BE49-F238E27FC236}">
                <a16:creationId xmlns:a16="http://schemas.microsoft.com/office/drawing/2014/main" id="{43AC9BCB-E290-A5BC-8C37-897A2B4A7A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427" t="21568" r="45264" b="27626"/>
          <a:stretch>
            <a:fillRect/>
          </a:stretch>
        </p:blipFill>
        <p:spPr>
          <a:xfrm rot="5400013">
            <a:off x="8985585" y="98843"/>
            <a:ext cx="707114" cy="69715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Imagen 2">
            <a:extLst>
              <a:ext uri="{FF2B5EF4-FFF2-40B4-BE49-F238E27FC236}">
                <a16:creationId xmlns:a16="http://schemas.microsoft.com/office/drawing/2014/main" id="{85E854AE-A568-128B-8B8B-208243C906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364" t="37841" r="19049" b="27625"/>
          <a:stretch>
            <a:fillRect/>
          </a:stretch>
        </p:blipFill>
        <p:spPr>
          <a:xfrm rot="5400013">
            <a:off x="9078016" y="7060988"/>
            <a:ext cx="713972" cy="52745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6E6B9B42-5948-4CC6-5122-B0169C310C43}"/>
              </a:ext>
            </a:extLst>
          </p:cNvPr>
          <p:cNvSpPr txBox="1"/>
          <p:nvPr/>
        </p:nvSpPr>
        <p:spPr>
          <a:xfrm rot="5400000">
            <a:off x="7796670" y="3309056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Camilo José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F12D908D-6AF2-BD2D-495B-7DE342D158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507" t="17045" r="11444" b="2647"/>
          <a:stretch>
            <a:fillRect/>
          </a:stretch>
        </p:blipFill>
        <p:spPr>
          <a:xfrm rot="2190807">
            <a:off x="5520732" y="2111260"/>
            <a:ext cx="723464" cy="1781351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3" name="Marcador de contenido 5">
            <a:extLst>
              <a:ext uri="{FF2B5EF4-FFF2-40B4-BE49-F238E27FC236}">
                <a16:creationId xmlns:a16="http://schemas.microsoft.com/office/drawing/2014/main" id="{67F595FC-0DE5-7F2A-C588-89B123D3C05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7857" y="141558"/>
          <a:ext cx="6505296" cy="7492444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626324">
                  <a:extLst>
                    <a:ext uri="{9D8B030D-6E8A-4147-A177-3AD203B41FA5}">
                      <a16:colId xmlns:a16="http://schemas.microsoft.com/office/drawing/2014/main" val="260653462"/>
                    </a:ext>
                  </a:extLst>
                </a:gridCol>
                <a:gridCol w="1626324">
                  <a:extLst>
                    <a:ext uri="{9D8B030D-6E8A-4147-A177-3AD203B41FA5}">
                      <a16:colId xmlns:a16="http://schemas.microsoft.com/office/drawing/2014/main" val="4150225360"/>
                    </a:ext>
                  </a:extLst>
                </a:gridCol>
                <a:gridCol w="1626324">
                  <a:extLst>
                    <a:ext uri="{9D8B030D-6E8A-4147-A177-3AD203B41FA5}">
                      <a16:colId xmlns:a16="http://schemas.microsoft.com/office/drawing/2014/main" val="1926491000"/>
                    </a:ext>
                  </a:extLst>
                </a:gridCol>
                <a:gridCol w="1626324">
                  <a:extLst>
                    <a:ext uri="{9D8B030D-6E8A-4147-A177-3AD203B41FA5}">
                      <a16:colId xmlns:a16="http://schemas.microsoft.com/office/drawing/2014/main" val="2565031486"/>
                    </a:ext>
                  </a:extLst>
                </a:gridCol>
              </a:tblGrid>
              <a:tr h="187311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180364"/>
                  </a:ext>
                </a:extLst>
              </a:tr>
              <a:tr h="187311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77"/>
                  </a:ext>
                </a:extLst>
              </a:tr>
              <a:tr h="187311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2985549"/>
                  </a:ext>
                </a:extLst>
              </a:tr>
              <a:tr h="187311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5554844"/>
                  </a:ext>
                </a:extLst>
              </a:tr>
            </a:tbl>
          </a:graphicData>
        </a:graphic>
      </p:graphicFrame>
      <p:pic>
        <p:nvPicPr>
          <p:cNvPr id="4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85008644-DBB8-2553-A754-78210B0FE8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174" t="21083" r="7568" b="12478"/>
          <a:stretch>
            <a:fillRect/>
          </a:stretch>
        </p:blipFill>
        <p:spPr>
          <a:xfrm rot="5400013">
            <a:off x="5382148" y="270644"/>
            <a:ext cx="1168584" cy="147342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40223568-5BE4-227A-6D2F-740AD8070F9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3309" t="28700" r="6007" b="10696"/>
          <a:stretch>
            <a:fillRect/>
          </a:stretch>
        </p:blipFill>
        <p:spPr>
          <a:xfrm rot="5400013">
            <a:off x="1929329" y="381040"/>
            <a:ext cx="1400961" cy="14755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1FC9A8E6-D1F2-E7D6-1D4B-67DD455461C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53" t="14830" r="65574" b="47243"/>
          <a:stretch>
            <a:fillRect/>
          </a:stretch>
        </p:blipFill>
        <p:spPr>
          <a:xfrm rot="5400013">
            <a:off x="1861421" y="2126708"/>
            <a:ext cx="1536777" cy="14755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Imagen 21">
            <a:extLst>
              <a:ext uri="{FF2B5EF4-FFF2-40B4-BE49-F238E27FC236}">
                <a16:creationId xmlns:a16="http://schemas.microsoft.com/office/drawing/2014/main" id="{CB57BB3F-10B6-99D1-E716-07842F57D23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427" t="21568" r="45264" b="27626"/>
          <a:stretch>
            <a:fillRect/>
          </a:stretch>
        </p:blipFill>
        <p:spPr>
          <a:xfrm rot="5400013">
            <a:off x="9084403" y="4768"/>
            <a:ext cx="677131" cy="66759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Imagen 22">
            <a:extLst>
              <a:ext uri="{FF2B5EF4-FFF2-40B4-BE49-F238E27FC236}">
                <a16:creationId xmlns:a16="http://schemas.microsoft.com/office/drawing/2014/main" id="{C70485F8-EBC7-83B1-DA18-B7FC10AE7A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344" t="40393" r="19049" b="27625"/>
          <a:stretch>
            <a:fillRect/>
          </a:stretch>
        </p:blipFill>
        <p:spPr>
          <a:xfrm rot="5400013">
            <a:off x="8901876" y="6854360"/>
            <a:ext cx="1015541" cy="69425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1108769B-48AC-A9E7-37BB-09A5E9BF88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507" t="17045" r="11444" b="2647"/>
          <a:stretch>
            <a:fillRect/>
          </a:stretch>
        </p:blipFill>
        <p:spPr>
          <a:xfrm rot="2190807">
            <a:off x="5484302" y="5716730"/>
            <a:ext cx="723464" cy="178135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563970EB-21CB-DFCD-0C46-50F6E862C7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174" t="21083" r="7568" b="12478"/>
          <a:stretch>
            <a:fillRect/>
          </a:stretch>
        </p:blipFill>
        <p:spPr>
          <a:xfrm rot="5400013">
            <a:off x="5345719" y="3876124"/>
            <a:ext cx="1168584" cy="147342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FB8093E3-B154-68AD-2381-C5DF06114D5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3309" t="28700" r="6007" b="10696"/>
          <a:stretch>
            <a:fillRect/>
          </a:stretch>
        </p:blipFill>
        <p:spPr>
          <a:xfrm rot="5400013">
            <a:off x="1929329" y="4105373"/>
            <a:ext cx="1400961" cy="14755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B2CA6DED-E954-85AD-FD7C-A169AAAF0CE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53" t="14830" r="65574" b="47243"/>
          <a:stretch>
            <a:fillRect/>
          </a:stretch>
        </p:blipFill>
        <p:spPr>
          <a:xfrm rot="5400013">
            <a:off x="1861421" y="5851050"/>
            <a:ext cx="1536777" cy="14755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Imagen 19">
            <a:extLst>
              <a:ext uri="{FF2B5EF4-FFF2-40B4-BE49-F238E27FC236}">
                <a16:creationId xmlns:a16="http://schemas.microsoft.com/office/drawing/2014/main" id="{01AE25F5-B9D2-CFB8-114C-013D6D95A0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533" t="41215" r="39578" b="4472"/>
          <a:stretch>
            <a:fillRect/>
          </a:stretch>
        </p:blipFill>
        <p:spPr>
          <a:xfrm rot="10799991">
            <a:off x="6949257" y="141549"/>
            <a:ext cx="1774603" cy="763402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829D6699-ED4D-CCF2-BAE4-6EF8A8D3D8D6}"/>
              </a:ext>
            </a:extLst>
          </p:cNvPr>
          <p:cNvSpPr txBox="1"/>
          <p:nvPr/>
        </p:nvSpPr>
        <p:spPr>
          <a:xfrm rot="5400000">
            <a:off x="7741908" y="3430926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Camilo José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upo 4">
            <a:extLst>
              <a:ext uri="{FF2B5EF4-FFF2-40B4-BE49-F238E27FC236}">
                <a16:creationId xmlns:a16="http://schemas.microsoft.com/office/drawing/2014/main" id="{BEC63B93-9821-7E10-D25E-4EDE28AC4672}"/>
              </a:ext>
            </a:extLst>
          </p:cNvPr>
          <p:cNvGrpSpPr/>
          <p:nvPr/>
        </p:nvGrpSpPr>
        <p:grpSpPr>
          <a:xfrm>
            <a:off x="3419966" y="5453739"/>
            <a:ext cx="5410533" cy="2066077"/>
            <a:chOff x="3419966" y="5453739"/>
            <a:chExt cx="5410533" cy="2066077"/>
          </a:xfrm>
        </p:grpSpPr>
        <p:pic>
          <p:nvPicPr>
            <p:cNvPr id="3" name="Picture 2" descr="Trace And Color Carrot Vector Art, Icons, and Graphics for Free Download">
              <a:extLst>
                <a:ext uri="{FF2B5EF4-FFF2-40B4-BE49-F238E27FC236}">
                  <a16:creationId xmlns:a16="http://schemas.microsoft.com/office/drawing/2014/main" id="{32EA6308-C277-6DB4-93B9-CC396EB68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7990" t="14134" r="58961" b="5558"/>
            <a:stretch>
              <a:fillRect/>
            </a:stretch>
          </p:blipFill>
          <p:spPr>
            <a:xfrm rot="7919709">
              <a:off x="7483054" y="5498924"/>
              <a:ext cx="838038" cy="1856853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4" name="Picture 4" descr="lindo pez tropical - una imagen para colorear. peces ...">
              <a:extLst>
                <a:ext uri="{FF2B5EF4-FFF2-40B4-BE49-F238E27FC236}">
                  <a16:creationId xmlns:a16="http://schemas.microsoft.com/office/drawing/2014/main" id="{F16E6607-F0EC-EC27-9C78-66541D0672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26" t="8253" r="1720" b="9685"/>
            <a:stretch>
              <a:fillRect/>
            </a:stretch>
          </p:blipFill>
          <p:spPr>
            <a:xfrm rot="7502607">
              <a:off x="3234869" y="6054756"/>
              <a:ext cx="2066077" cy="864043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5" name="Rectángulo 6">
              <a:extLst>
                <a:ext uri="{FF2B5EF4-FFF2-40B4-BE49-F238E27FC236}">
                  <a16:creationId xmlns:a16="http://schemas.microsoft.com/office/drawing/2014/main" id="{55A23C88-8F77-0638-8ABA-CBCB6F08D9B4}"/>
                </a:ext>
              </a:extLst>
            </p:cNvPr>
            <p:cNvSpPr/>
            <p:nvPr/>
          </p:nvSpPr>
          <p:spPr>
            <a:xfrm rot="5400013">
              <a:off x="7002264" y="5650050"/>
              <a:ext cx="1907036" cy="1695882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custDash>
                <a:ds d="300000" sp="3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CO" sz="1767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6" name="Rectángulo 8">
              <a:extLst>
                <a:ext uri="{FF2B5EF4-FFF2-40B4-BE49-F238E27FC236}">
                  <a16:creationId xmlns:a16="http://schemas.microsoft.com/office/drawing/2014/main" id="{2E2233E7-F816-4664-5EAD-95AA31A23211}"/>
                </a:ext>
              </a:extLst>
            </p:cNvPr>
            <p:cNvSpPr/>
            <p:nvPr/>
          </p:nvSpPr>
          <p:spPr>
            <a:xfrm rot="5400013">
              <a:off x="5158322" y="5650050"/>
              <a:ext cx="1907036" cy="1695882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custDash>
                <a:ds d="300000" sp="3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CO" sz="1767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7" name="Rectángulo 10">
              <a:extLst>
                <a:ext uri="{FF2B5EF4-FFF2-40B4-BE49-F238E27FC236}">
                  <a16:creationId xmlns:a16="http://schemas.microsoft.com/office/drawing/2014/main" id="{ACD9B484-84CC-65E1-5F0D-41A1E911CD9E}"/>
                </a:ext>
              </a:extLst>
            </p:cNvPr>
            <p:cNvSpPr/>
            <p:nvPr/>
          </p:nvSpPr>
          <p:spPr>
            <a:xfrm rot="5400013">
              <a:off x="3314389" y="5650050"/>
              <a:ext cx="1907036" cy="1695882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custDash>
                <a:ds d="300000" sp="3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CO" sz="1767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pic>
          <p:nvPicPr>
            <p:cNvPr id="8" name="Picture 2" descr="Comida de perro - Iconos gratis de animales">
              <a:extLst>
                <a:ext uri="{FF2B5EF4-FFF2-40B4-BE49-F238E27FC236}">
                  <a16:creationId xmlns:a16="http://schemas.microsoft.com/office/drawing/2014/main" id="{E30AD988-F14F-A8A0-16BC-873E6FA60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>
            <a:xfrm rot="5400013">
              <a:off x="5169542" y="5638830"/>
              <a:ext cx="1884596" cy="1695882"/>
            </a:xfrm>
            <a:prstGeom prst="rect">
              <a:avLst/>
            </a:prstGeom>
            <a:noFill/>
            <a:ln cap="flat">
              <a:noFill/>
            </a:ln>
          </p:spPr>
        </p:pic>
      </p:grpSp>
      <p:grpSp>
        <p:nvGrpSpPr>
          <p:cNvPr id="9" name="Grupo 2">
            <a:extLst>
              <a:ext uri="{FF2B5EF4-FFF2-40B4-BE49-F238E27FC236}">
                <a16:creationId xmlns:a16="http://schemas.microsoft.com/office/drawing/2014/main" id="{FD8078FF-E68D-12AB-4AD9-D2801CA95B57}"/>
              </a:ext>
            </a:extLst>
          </p:cNvPr>
          <p:cNvGrpSpPr/>
          <p:nvPr/>
        </p:nvGrpSpPr>
        <p:grpSpPr>
          <a:xfrm>
            <a:off x="3477135" y="194967"/>
            <a:ext cx="5443267" cy="1865193"/>
            <a:chOff x="3477135" y="194967"/>
            <a:chExt cx="5443267" cy="1865193"/>
          </a:xfrm>
        </p:grpSpPr>
        <p:pic>
          <p:nvPicPr>
            <p:cNvPr id="10" name="Picture 4" descr="Trace and color cute Easter bunny. Worksheet for children. 5494411 Vector  Art at Vecteezy">
              <a:extLst>
                <a:ext uri="{FF2B5EF4-FFF2-40B4-BE49-F238E27FC236}">
                  <a16:creationId xmlns:a16="http://schemas.microsoft.com/office/drawing/2014/main" id="{0EE674E8-C54F-6CB1-E7CA-F57CFA10803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7700" t="21933" r="55042" b="11628"/>
            <a:stretch>
              <a:fillRect/>
            </a:stretch>
          </p:blipFill>
          <p:spPr>
            <a:xfrm rot="5400013">
              <a:off x="3713666" y="329709"/>
              <a:ext cx="1360490" cy="1595701"/>
            </a:xfrm>
            <a:prstGeom prst="rect">
              <a:avLst/>
            </a:prstGeom>
            <a:noFill/>
            <a:ln cap="flat">
              <a:noFill/>
            </a:ln>
          </p:spPr>
        </p:pic>
        <p:grpSp>
          <p:nvGrpSpPr>
            <p:cNvPr id="11" name="Grupo 1">
              <a:extLst>
                <a:ext uri="{FF2B5EF4-FFF2-40B4-BE49-F238E27FC236}">
                  <a16:creationId xmlns:a16="http://schemas.microsoft.com/office/drawing/2014/main" id="{D81849FF-443F-A9F1-439F-D008747BC664}"/>
                </a:ext>
              </a:extLst>
            </p:cNvPr>
            <p:cNvGrpSpPr/>
            <p:nvPr/>
          </p:nvGrpSpPr>
          <p:grpSpPr>
            <a:xfrm>
              <a:off x="3477135" y="194967"/>
              <a:ext cx="5443267" cy="1865193"/>
              <a:chOff x="3477135" y="194967"/>
              <a:chExt cx="5443267" cy="1865193"/>
            </a:xfrm>
          </p:grpSpPr>
          <p:sp>
            <p:nvSpPr>
              <p:cNvPr id="12" name="Rectángulo 5">
                <a:extLst>
                  <a:ext uri="{FF2B5EF4-FFF2-40B4-BE49-F238E27FC236}">
                    <a16:creationId xmlns:a16="http://schemas.microsoft.com/office/drawing/2014/main" id="{F6A1C6D5-A993-4908-1563-C9CCFEC77EAF}"/>
                  </a:ext>
                </a:extLst>
              </p:cNvPr>
              <p:cNvSpPr/>
              <p:nvPr/>
            </p:nvSpPr>
            <p:spPr>
              <a:xfrm rot="5400013">
                <a:off x="7130491" y="270250"/>
                <a:ext cx="1865193" cy="1714628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custDash>
                  <a:ds d="300000" sp="3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s-CO" sz="1767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endParaRPr>
              </a:p>
            </p:txBody>
          </p:sp>
          <p:sp>
            <p:nvSpPr>
              <p:cNvPr id="13" name="Rectángulo 7">
                <a:extLst>
                  <a:ext uri="{FF2B5EF4-FFF2-40B4-BE49-F238E27FC236}">
                    <a16:creationId xmlns:a16="http://schemas.microsoft.com/office/drawing/2014/main" id="{03796286-B5C3-2967-C6F8-0137683BE087}"/>
                  </a:ext>
                </a:extLst>
              </p:cNvPr>
              <p:cNvSpPr/>
              <p:nvPr/>
            </p:nvSpPr>
            <p:spPr>
              <a:xfrm rot="5400013">
                <a:off x="5266176" y="270250"/>
                <a:ext cx="1865193" cy="1714628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custDash>
                  <a:ds d="300000" sp="3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s-CO" sz="1767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endParaRPr>
              </a:p>
            </p:txBody>
          </p:sp>
          <p:sp>
            <p:nvSpPr>
              <p:cNvPr id="14" name="Rectángulo 9">
                <a:extLst>
                  <a:ext uri="{FF2B5EF4-FFF2-40B4-BE49-F238E27FC236}">
                    <a16:creationId xmlns:a16="http://schemas.microsoft.com/office/drawing/2014/main" id="{00251954-9E80-AD83-A1C6-EB8930D22A52}"/>
                  </a:ext>
                </a:extLst>
              </p:cNvPr>
              <p:cNvSpPr/>
              <p:nvPr/>
            </p:nvSpPr>
            <p:spPr>
              <a:xfrm rot="5400013">
                <a:off x="3401852" y="270250"/>
                <a:ext cx="1865193" cy="1714628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custDash>
                  <a:ds d="300000" sp="3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s-CO" sz="1767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endParaRPr>
              </a:p>
            </p:txBody>
          </p:sp>
          <p:pic>
            <p:nvPicPr>
              <p:cNvPr id="15" name="Picture 4" descr="Little puppy trace and color picture children Vector Image">
                <a:extLst>
                  <a:ext uri="{FF2B5EF4-FFF2-40B4-BE49-F238E27FC236}">
                    <a16:creationId xmlns:a16="http://schemas.microsoft.com/office/drawing/2014/main" id="{CC58AEA8-33F0-4EE2-78F8-43A2199614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51899" t="29896" r="8802" b="27067"/>
              <a:stretch>
                <a:fillRect/>
              </a:stretch>
            </p:blipFill>
            <p:spPr>
              <a:xfrm rot="5400013">
                <a:off x="7091387" y="370584"/>
                <a:ext cx="1771247" cy="1420017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6" name="Picture 6" descr="Trace and color cute gray cat. Worksheet for children. 10226176 Vector Art  at Vecteezy">
                <a:extLst>
                  <a:ext uri="{FF2B5EF4-FFF2-40B4-BE49-F238E27FC236}">
                    <a16:creationId xmlns:a16="http://schemas.microsoft.com/office/drawing/2014/main" id="{84EC1F82-FFA5-053C-1FD8-5CADBDCC2C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260" t="27917" r="53056" b="11479"/>
              <a:stretch>
                <a:fillRect/>
              </a:stretch>
            </p:blipFill>
            <p:spPr>
              <a:xfrm rot="5400013">
                <a:off x="5392348" y="337464"/>
                <a:ext cx="1612837" cy="1580202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</p:grpSp>
      <p:pic>
        <p:nvPicPr>
          <p:cNvPr id="17" name="Picture 2" descr="Premium Vector | Cut and glue game for kids with cute horse. cutting  practice for preschoolers.">
            <a:extLst>
              <a:ext uri="{FF2B5EF4-FFF2-40B4-BE49-F238E27FC236}">
                <a16:creationId xmlns:a16="http://schemas.microsoft.com/office/drawing/2014/main" id="{78FB4632-60A1-6B8F-0199-CDEB9DB208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72" t="9359" r="13304" b="48468"/>
          <a:stretch>
            <a:fillRect/>
          </a:stretch>
        </p:blipFill>
        <p:spPr>
          <a:xfrm rot="5400013">
            <a:off x="-1979695" y="2208751"/>
            <a:ext cx="7454435" cy="322595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8" name="Imagen 19">
            <a:extLst>
              <a:ext uri="{FF2B5EF4-FFF2-40B4-BE49-F238E27FC236}">
                <a16:creationId xmlns:a16="http://schemas.microsoft.com/office/drawing/2014/main" id="{1C7AEFB9-7149-BADC-A60B-3A2CAC4184F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5427" t="21568" r="45264" b="27626"/>
          <a:stretch>
            <a:fillRect/>
          </a:stretch>
        </p:blipFill>
        <p:spPr>
          <a:xfrm rot="5400013">
            <a:off x="8988857" y="99281"/>
            <a:ext cx="677131" cy="66759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9" name="Imagen 20">
            <a:extLst>
              <a:ext uri="{FF2B5EF4-FFF2-40B4-BE49-F238E27FC236}">
                <a16:creationId xmlns:a16="http://schemas.microsoft.com/office/drawing/2014/main" id="{3CA18F39-283F-6ED3-7EED-B80EDDCB9CB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4344" t="40393" r="19049" b="27625"/>
          <a:stretch>
            <a:fillRect/>
          </a:stretch>
        </p:blipFill>
        <p:spPr>
          <a:xfrm rot="5400013">
            <a:off x="8842856" y="6869681"/>
            <a:ext cx="1069271" cy="73098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3181AED3-3799-85EF-DA7E-61E2EB878D10}"/>
              </a:ext>
            </a:extLst>
          </p:cNvPr>
          <p:cNvSpPr txBox="1"/>
          <p:nvPr/>
        </p:nvSpPr>
        <p:spPr>
          <a:xfrm rot="5400000">
            <a:off x="7741908" y="3430926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Camilo José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0E880809-BDC0-5A02-26AD-6471CC1107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290" t="31788" r="51099" b="13207"/>
          <a:stretch>
            <a:fillRect/>
          </a:stretch>
        </p:blipFill>
        <p:spPr>
          <a:xfrm rot="5400013">
            <a:off x="5385843" y="346877"/>
            <a:ext cx="1441487" cy="125668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Rectángulo 4">
            <a:extLst>
              <a:ext uri="{FF2B5EF4-FFF2-40B4-BE49-F238E27FC236}">
                <a16:creationId xmlns:a16="http://schemas.microsoft.com/office/drawing/2014/main" id="{733B1E95-3EBC-3FE8-7F0C-492271F50472}"/>
              </a:ext>
            </a:extLst>
          </p:cNvPr>
          <p:cNvSpPr/>
          <p:nvPr/>
        </p:nvSpPr>
        <p:spPr>
          <a:xfrm rot="5400013">
            <a:off x="7246112" y="135381"/>
            <a:ext cx="1423985" cy="1630375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7030A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Rectángulo 5">
            <a:extLst>
              <a:ext uri="{FF2B5EF4-FFF2-40B4-BE49-F238E27FC236}">
                <a16:creationId xmlns:a16="http://schemas.microsoft.com/office/drawing/2014/main" id="{76FF864B-E426-5125-C0D2-9F5F8D396D7E}"/>
              </a:ext>
            </a:extLst>
          </p:cNvPr>
          <p:cNvSpPr/>
          <p:nvPr/>
        </p:nvSpPr>
        <p:spPr>
          <a:xfrm rot="5400013">
            <a:off x="5427037" y="150317"/>
            <a:ext cx="1408084" cy="1616421"/>
          </a:xfrm>
          <a:prstGeom prst="rect">
            <a:avLst/>
          </a:prstGeom>
          <a:noFill/>
          <a:ln w="38103" cap="flat">
            <a:solidFill>
              <a:srgbClr val="00B0F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Rectángulo 6">
            <a:extLst>
              <a:ext uri="{FF2B5EF4-FFF2-40B4-BE49-F238E27FC236}">
                <a16:creationId xmlns:a16="http://schemas.microsoft.com/office/drawing/2014/main" id="{38060F9B-7209-0945-A7C8-50D2BD10F9CF}"/>
              </a:ext>
            </a:extLst>
          </p:cNvPr>
          <p:cNvSpPr/>
          <p:nvPr/>
        </p:nvSpPr>
        <p:spPr>
          <a:xfrm rot="5400013">
            <a:off x="3635673" y="107651"/>
            <a:ext cx="1336724" cy="1630375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FF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Rectángulo 7">
            <a:extLst>
              <a:ext uri="{FF2B5EF4-FFF2-40B4-BE49-F238E27FC236}">
                <a16:creationId xmlns:a16="http://schemas.microsoft.com/office/drawing/2014/main" id="{158416AA-DD09-A6CB-D717-97A2A286D3CB}"/>
              </a:ext>
            </a:extLst>
          </p:cNvPr>
          <p:cNvSpPr/>
          <p:nvPr/>
        </p:nvSpPr>
        <p:spPr>
          <a:xfrm rot="5400013">
            <a:off x="7483495" y="6204771"/>
            <a:ext cx="1245778" cy="1544878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B0F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7" name="Picture 2" descr="Página para colorear de estanque » Descarga gratuita » Artus Art">
            <a:extLst>
              <a:ext uri="{FF2B5EF4-FFF2-40B4-BE49-F238E27FC236}">
                <a16:creationId xmlns:a16="http://schemas.microsoft.com/office/drawing/2014/main" id="{B25BEF3D-C393-20C0-6C9E-42DA832172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5400013">
            <a:off x="7520071" y="6283766"/>
            <a:ext cx="1119563" cy="13868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Rectángulo 13">
            <a:extLst>
              <a:ext uri="{FF2B5EF4-FFF2-40B4-BE49-F238E27FC236}">
                <a16:creationId xmlns:a16="http://schemas.microsoft.com/office/drawing/2014/main" id="{027B79DE-C912-6F29-2FA1-CA36A7861C3C}"/>
              </a:ext>
            </a:extLst>
          </p:cNvPr>
          <p:cNvSpPr/>
          <p:nvPr/>
        </p:nvSpPr>
        <p:spPr>
          <a:xfrm rot="5400013">
            <a:off x="5800349" y="6194429"/>
            <a:ext cx="1245778" cy="1439357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FF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Rectángulo 14">
            <a:extLst>
              <a:ext uri="{FF2B5EF4-FFF2-40B4-BE49-F238E27FC236}">
                <a16:creationId xmlns:a16="http://schemas.microsoft.com/office/drawing/2014/main" id="{CF39A520-716A-8122-29F4-6DFAA0708B3D}"/>
              </a:ext>
            </a:extLst>
          </p:cNvPr>
          <p:cNvSpPr/>
          <p:nvPr/>
        </p:nvSpPr>
        <p:spPr>
          <a:xfrm rot="5400013">
            <a:off x="4093796" y="6227402"/>
            <a:ext cx="1245778" cy="1470592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7030A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10" name="Picture 4" descr="Granja Para Colorear">
            <a:extLst>
              <a:ext uri="{FF2B5EF4-FFF2-40B4-BE49-F238E27FC236}">
                <a16:creationId xmlns:a16="http://schemas.microsoft.com/office/drawing/2014/main" id="{BF480134-C52F-B9D2-2E02-DE50C7D0656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 rot="5400013">
            <a:off x="5958591" y="6540396"/>
            <a:ext cx="987359" cy="97403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12" descr="Premium Vector | Trace and color for kids horse vector">
            <a:extLst>
              <a:ext uri="{FF2B5EF4-FFF2-40B4-BE49-F238E27FC236}">
                <a16:creationId xmlns:a16="http://schemas.microsoft.com/office/drawing/2014/main" id="{7CA79124-D3A1-4384-832B-E62D291B730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870" t="30198" r="6944" b="5871"/>
          <a:stretch>
            <a:fillRect/>
          </a:stretch>
        </p:blipFill>
        <p:spPr>
          <a:xfrm rot="5400013">
            <a:off x="3845244" y="297372"/>
            <a:ext cx="1178725" cy="125288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Picture 6" descr="Dibujo de Casa de perro para colorear | Dibujos para colorear imprimir  gratis">
            <a:extLst>
              <a:ext uri="{FF2B5EF4-FFF2-40B4-BE49-F238E27FC236}">
                <a16:creationId xmlns:a16="http://schemas.microsoft.com/office/drawing/2014/main" id="{9E6EBA5F-B766-54D0-AB22-FCA057C6DA7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 rot="5400013">
            <a:off x="4171904" y="6458782"/>
            <a:ext cx="1089553" cy="103507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Picture 8" descr="Little puppy trace and color picture children Vector Image">
            <a:extLst>
              <a:ext uri="{FF2B5EF4-FFF2-40B4-BE49-F238E27FC236}">
                <a16:creationId xmlns:a16="http://schemas.microsoft.com/office/drawing/2014/main" id="{E2BD9380-B11D-8DBC-5E3A-6C9B38D523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977" t="31808" r="8751" b="28112"/>
          <a:stretch>
            <a:fillRect/>
          </a:stretch>
        </p:blipFill>
        <p:spPr>
          <a:xfrm rot="5400013">
            <a:off x="7127080" y="444637"/>
            <a:ext cx="1254081" cy="100724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Picture 10" descr="Premium Vector | Cut and glue game for kids cute turkey">
            <a:extLst>
              <a:ext uri="{FF2B5EF4-FFF2-40B4-BE49-F238E27FC236}">
                <a16:creationId xmlns:a16="http://schemas.microsoft.com/office/drawing/2014/main" id="{10F7C227-6CA1-97C9-D930-024C83045B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29" t="9285" r="13151" b="48890"/>
          <a:stretch>
            <a:fillRect/>
          </a:stretch>
        </p:blipFill>
        <p:spPr>
          <a:xfrm rot="5400013">
            <a:off x="-1234633" y="2152616"/>
            <a:ext cx="5818967" cy="341023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Imagen 17">
            <a:extLst>
              <a:ext uri="{FF2B5EF4-FFF2-40B4-BE49-F238E27FC236}">
                <a16:creationId xmlns:a16="http://schemas.microsoft.com/office/drawing/2014/main" id="{223064C5-E4D7-2736-25E3-8A0AF3F1E2D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5427" t="21568" r="45264" b="27626"/>
          <a:stretch>
            <a:fillRect/>
          </a:stretch>
        </p:blipFill>
        <p:spPr>
          <a:xfrm rot="5400013">
            <a:off x="8936905" y="167828"/>
            <a:ext cx="760378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6" name="Imagen 20">
            <a:extLst>
              <a:ext uri="{FF2B5EF4-FFF2-40B4-BE49-F238E27FC236}">
                <a16:creationId xmlns:a16="http://schemas.microsoft.com/office/drawing/2014/main" id="{BF52DD8A-0569-2C6D-1696-2C7144640ED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4364" t="37841" r="19049" b="27625"/>
          <a:stretch>
            <a:fillRect/>
          </a:stretch>
        </p:blipFill>
        <p:spPr>
          <a:xfrm rot="5400013">
            <a:off x="8816818" y="6717886"/>
            <a:ext cx="1014764" cy="74966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C2074C13-3254-C53E-3B4F-A8DBF104AD13}"/>
              </a:ext>
            </a:extLst>
          </p:cNvPr>
          <p:cNvSpPr txBox="1"/>
          <p:nvPr/>
        </p:nvSpPr>
        <p:spPr>
          <a:xfrm rot="5400000">
            <a:off x="7741908" y="3430926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Antonella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4" descr="Trace and color cute colorful Easter egg. Worksheet for children. 5360154  Vector Art at Vecteezy">
            <a:extLst>
              <a:ext uri="{FF2B5EF4-FFF2-40B4-BE49-F238E27FC236}">
                <a16:creationId xmlns:a16="http://schemas.microsoft.com/office/drawing/2014/main" id="{94701411-0A8C-6F1A-A9C1-42A097880D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406" t="22205" r="54716" b="14471"/>
          <a:stretch>
            <a:fillRect/>
          </a:stretch>
        </p:blipFill>
        <p:spPr>
          <a:xfrm>
            <a:off x="94960" y="967206"/>
            <a:ext cx="5151574" cy="680836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9838F701-5E60-CCB1-8C7F-18B2D74E1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174" t="21083" r="7568" b="12478"/>
          <a:stretch>
            <a:fillRect/>
          </a:stretch>
        </p:blipFill>
        <p:spPr>
          <a:xfrm>
            <a:off x="5297914" y="603997"/>
            <a:ext cx="1168584" cy="147342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40453EB6-C1FD-142D-FD3B-EFCF3FC3920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309" t="28700" r="6007" b="10696"/>
          <a:stretch>
            <a:fillRect/>
          </a:stretch>
        </p:blipFill>
        <p:spPr>
          <a:xfrm>
            <a:off x="8195355" y="769522"/>
            <a:ext cx="1154814" cy="121631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Rectángulo 6">
            <a:extLst>
              <a:ext uri="{FF2B5EF4-FFF2-40B4-BE49-F238E27FC236}">
                <a16:creationId xmlns:a16="http://schemas.microsoft.com/office/drawing/2014/main" id="{CDF4FE41-C586-7AE9-F0DF-D2150E9CCCE3}"/>
              </a:ext>
            </a:extLst>
          </p:cNvPr>
          <p:cNvSpPr/>
          <p:nvPr/>
        </p:nvSpPr>
        <p:spPr>
          <a:xfrm>
            <a:off x="5328812" y="605479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ángulo 7">
            <a:extLst>
              <a:ext uri="{FF2B5EF4-FFF2-40B4-BE49-F238E27FC236}">
                <a16:creationId xmlns:a16="http://schemas.microsoft.com/office/drawing/2014/main" id="{4D995A05-0488-CC71-6703-5A5D496FCAA3}"/>
              </a:ext>
            </a:extLst>
          </p:cNvPr>
          <p:cNvSpPr/>
          <p:nvPr/>
        </p:nvSpPr>
        <p:spPr>
          <a:xfrm>
            <a:off x="8100843" y="642457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Rectángulo 8">
            <a:extLst>
              <a:ext uri="{FF2B5EF4-FFF2-40B4-BE49-F238E27FC236}">
                <a16:creationId xmlns:a16="http://schemas.microsoft.com/office/drawing/2014/main" id="{3D2764F9-A633-0D6C-A76B-8226BE9FA7F3}"/>
              </a:ext>
            </a:extLst>
          </p:cNvPr>
          <p:cNvSpPr/>
          <p:nvPr/>
        </p:nvSpPr>
        <p:spPr>
          <a:xfrm>
            <a:off x="5328812" y="6153409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8" name="Rectángulo 9">
            <a:extLst>
              <a:ext uri="{FF2B5EF4-FFF2-40B4-BE49-F238E27FC236}">
                <a16:creationId xmlns:a16="http://schemas.microsoft.com/office/drawing/2014/main" id="{50DD9EB0-CD1A-7044-FDA3-E008116B235D}"/>
              </a:ext>
            </a:extLst>
          </p:cNvPr>
          <p:cNvSpPr/>
          <p:nvPr/>
        </p:nvSpPr>
        <p:spPr>
          <a:xfrm>
            <a:off x="8100843" y="6190387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cxnSp>
        <p:nvCxnSpPr>
          <p:cNvPr id="9" name="Conector recto 11">
            <a:extLst>
              <a:ext uri="{FF2B5EF4-FFF2-40B4-BE49-F238E27FC236}">
                <a16:creationId xmlns:a16="http://schemas.microsoft.com/office/drawing/2014/main" id="{299F7BC6-0A6F-B45F-653C-8688340DC212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6000731" y="2075934"/>
            <a:ext cx="0" cy="4077475"/>
          </a:xfrm>
          <a:prstGeom prst="straightConnector1">
            <a:avLst/>
          </a:prstGeom>
          <a:noFill/>
          <a:ln w="38103" cap="flat">
            <a:solidFill>
              <a:srgbClr val="156082"/>
            </a:solidFill>
            <a:custDash>
              <a:ds d="299976" sp="299976"/>
            </a:custDash>
            <a:miter/>
          </a:ln>
        </p:spPr>
      </p:cxnSp>
      <p:cxnSp>
        <p:nvCxnSpPr>
          <p:cNvPr id="10" name="Conector recto 13">
            <a:extLst>
              <a:ext uri="{FF2B5EF4-FFF2-40B4-BE49-F238E27FC236}">
                <a16:creationId xmlns:a16="http://schemas.microsoft.com/office/drawing/2014/main" id="{6D6CC55D-4F90-AAAE-D887-2420199D45F9}"/>
              </a:ext>
            </a:extLst>
          </p:cNvPr>
          <p:cNvCxnSpPr/>
          <p:nvPr/>
        </p:nvCxnSpPr>
        <p:spPr>
          <a:xfrm>
            <a:off x="8846902" y="2112913"/>
            <a:ext cx="0" cy="4077474"/>
          </a:xfrm>
          <a:prstGeom prst="straightConnector1">
            <a:avLst/>
          </a:prstGeom>
          <a:noFill/>
          <a:ln w="38103" cap="flat">
            <a:solidFill>
              <a:srgbClr val="156082"/>
            </a:solidFill>
            <a:custDash>
              <a:ds d="299976" sp="299976"/>
            </a:custDash>
            <a:miter/>
          </a:ln>
        </p:spPr>
      </p:cxnSp>
      <p:pic>
        <p:nvPicPr>
          <p:cNvPr id="11" name="Imagen 14">
            <a:extLst>
              <a:ext uri="{FF2B5EF4-FFF2-40B4-BE49-F238E27FC236}">
                <a16:creationId xmlns:a16="http://schemas.microsoft.com/office/drawing/2014/main" id="{5E3C4FB0-A955-D791-C366-6D0E8F689F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427" t="21568" r="45264" b="27626"/>
          <a:stretch>
            <a:fillRect/>
          </a:stretch>
        </p:blipFill>
        <p:spPr>
          <a:xfrm>
            <a:off x="15197" y="19860"/>
            <a:ext cx="760378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Imagen 15">
            <a:extLst>
              <a:ext uri="{FF2B5EF4-FFF2-40B4-BE49-F238E27FC236}">
                <a16:creationId xmlns:a16="http://schemas.microsoft.com/office/drawing/2014/main" id="{E4F047D7-4672-DE59-E2EF-6BA03B22CB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364" t="37841" r="19049" b="27625"/>
          <a:stretch>
            <a:fillRect/>
          </a:stretch>
        </p:blipFill>
        <p:spPr>
          <a:xfrm>
            <a:off x="4283150" y="6997537"/>
            <a:ext cx="1014764" cy="74966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CDDE214C-C562-F0A8-E356-B2968CB5C379}"/>
              </a:ext>
            </a:extLst>
          </p:cNvPr>
          <p:cNvSpPr txBox="1"/>
          <p:nvPr/>
        </p:nvSpPr>
        <p:spPr>
          <a:xfrm>
            <a:off x="1210663" y="222032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Antonella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F25ECFBA-14C9-FDFA-89C0-455686AEE15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2342" t="33957" r="3047" b="11039"/>
          <a:stretch>
            <a:fillRect/>
          </a:stretch>
        </p:blipFill>
        <p:spPr>
          <a:xfrm>
            <a:off x="8146490" y="3365321"/>
            <a:ext cx="1392786" cy="121422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n 3">
            <a:extLst>
              <a:ext uri="{FF2B5EF4-FFF2-40B4-BE49-F238E27FC236}">
                <a16:creationId xmlns:a16="http://schemas.microsoft.com/office/drawing/2014/main" id="{C2CB67F7-6DFF-2BEE-40E2-135CD22CBB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957" t="49868" r="22151" b="10500"/>
          <a:stretch>
            <a:fillRect/>
          </a:stretch>
        </p:blipFill>
        <p:spPr>
          <a:xfrm>
            <a:off x="289279" y="1520628"/>
            <a:ext cx="4710357" cy="560588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2" descr="Duck Coloring Page - Little Bee Family">
            <a:extLst>
              <a:ext uri="{FF2B5EF4-FFF2-40B4-BE49-F238E27FC236}">
                <a16:creationId xmlns:a16="http://schemas.microsoft.com/office/drawing/2014/main" id="{DED132AB-D086-284C-8EA8-D3CDCFAEB91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946" t="10582" r="11755" b="22745"/>
          <a:stretch>
            <a:fillRect/>
          </a:stretch>
        </p:blipFill>
        <p:spPr>
          <a:xfrm>
            <a:off x="0" y="1139808"/>
            <a:ext cx="1197662" cy="133674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2" descr="Duck Coloring Page - Little Bee Family">
            <a:extLst>
              <a:ext uri="{FF2B5EF4-FFF2-40B4-BE49-F238E27FC236}">
                <a16:creationId xmlns:a16="http://schemas.microsoft.com/office/drawing/2014/main" id="{4F1D0B17-E59B-504E-C2C9-6CBA87E0DAD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946" t="10582" r="11755" b="22745"/>
          <a:stretch>
            <a:fillRect/>
          </a:stretch>
        </p:blipFill>
        <p:spPr>
          <a:xfrm>
            <a:off x="4729724" y="6237954"/>
            <a:ext cx="1296143" cy="1446663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6" name="Tabla 8">
            <a:extLst>
              <a:ext uri="{FF2B5EF4-FFF2-40B4-BE49-F238E27FC236}">
                <a16:creationId xmlns:a16="http://schemas.microsoft.com/office/drawing/2014/main" id="{EF7F4782-EBB8-5178-9442-B0363727D75A}"/>
              </a:ext>
            </a:extLst>
          </p:cNvPr>
          <p:cNvGraphicFramePr>
            <a:graphicFrameLocks noGrp="1"/>
          </p:cNvGraphicFramePr>
          <p:nvPr/>
        </p:nvGraphicFramePr>
        <p:xfrm>
          <a:off x="5183980" y="661696"/>
          <a:ext cx="4447932" cy="5320488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482644">
                  <a:extLst>
                    <a:ext uri="{9D8B030D-6E8A-4147-A177-3AD203B41FA5}">
                      <a16:colId xmlns:a16="http://schemas.microsoft.com/office/drawing/2014/main" val="3254176717"/>
                    </a:ext>
                  </a:extLst>
                </a:gridCol>
                <a:gridCol w="1482644">
                  <a:extLst>
                    <a:ext uri="{9D8B030D-6E8A-4147-A177-3AD203B41FA5}">
                      <a16:colId xmlns:a16="http://schemas.microsoft.com/office/drawing/2014/main" val="2862647186"/>
                    </a:ext>
                  </a:extLst>
                </a:gridCol>
                <a:gridCol w="1482644">
                  <a:extLst>
                    <a:ext uri="{9D8B030D-6E8A-4147-A177-3AD203B41FA5}">
                      <a16:colId xmlns:a16="http://schemas.microsoft.com/office/drawing/2014/main" val="2327135914"/>
                    </a:ext>
                  </a:extLst>
                </a:gridCol>
              </a:tblGrid>
              <a:tr h="1330122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2687932"/>
                  </a:ext>
                </a:extLst>
              </a:tr>
              <a:tr h="1330122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575057"/>
                  </a:ext>
                </a:extLst>
              </a:tr>
              <a:tr h="1330122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326139"/>
                  </a:ext>
                </a:extLst>
              </a:tr>
              <a:tr h="1330122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3708307"/>
                  </a:ext>
                </a:extLst>
              </a:tr>
            </a:tbl>
          </a:graphicData>
        </a:graphic>
      </p:graphicFrame>
      <p:pic>
        <p:nvPicPr>
          <p:cNvPr id="7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27A0A278-11CD-2937-5C70-D1AD5689907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2342" t="33957" r="3047" b="11039"/>
          <a:stretch>
            <a:fillRect/>
          </a:stretch>
        </p:blipFill>
        <p:spPr>
          <a:xfrm>
            <a:off x="5209885" y="3424053"/>
            <a:ext cx="1392786" cy="121422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10" descr="Trace and color cute cartoon colorful parrot. Worksheet for children.  36065205 Vector Art at Vecteezy">
            <a:extLst>
              <a:ext uri="{FF2B5EF4-FFF2-40B4-BE49-F238E27FC236}">
                <a16:creationId xmlns:a16="http://schemas.microsoft.com/office/drawing/2014/main" id="{2DAAF059-B533-693A-A95E-9C01AD7B5CF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9649" t="23525" r="7302" b="4836"/>
          <a:stretch>
            <a:fillRect/>
          </a:stretch>
        </p:blipFill>
        <p:spPr>
          <a:xfrm>
            <a:off x="5428856" y="777066"/>
            <a:ext cx="954834" cy="112301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10" descr="Trace and color cute cartoon colorful parrot. Worksheet for children.  36065205 Vector Art at Vecteezy">
            <a:extLst>
              <a:ext uri="{FF2B5EF4-FFF2-40B4-BE49-F238E27FC236}">
                <a16:creationId xmlns:a16="http://schemas.microsoft.com/office/drawing/2014/main" id="{DCDD14EE-2223-CDC8-6EEF-1B03D9EEE6A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9649" t="23525" r="7302" b="4836"/>
          <a:stretch>
            <a:fillRect/>
          </a:stretch>
        </p:blipFill>
        <p:spPr>
          <a:xfrm>
            <a:off x="8458757" y="777066"/>
            <a:ext cx="954834" cy="112301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Picture 4" descr="Trace and color cute pig space worksheet for kids Vector Image">
            <a:extLst>
              <a:ext uri="{FF2B5EF4-FFF2-40B4-BE49-F238E27FC236}">
                <a16:creationId xmlns:a16="http://schemas.microsoft.com/office/drawing/2014/main" id="{CC6C4D71-E439-2BA0-FC77-1100EE27216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2647" t="31222" r="6193" b="19386"/>
          <a:stretch>
            <a:fillRect/>
          </a:stretch>
        </p:blipFill>
        <p:spPr>
          <a:xfrm>
            <a:off x="6823280" y="777066"/>
            <a:ext cx="1141134" cy="10763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B1736F23-079D-A3C1-3CB7-D7800AE4FE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867" t="29465" r="5449" b="9931"/>
          <a:stretch>
            <a:fillRect/>
          </a:stretch>
        </p:blipFill>
        <p:spPr>
          <a:xfrm>
            <a:off x="6863212" y="3398678"/>
            <a:ext cx="1089489" cy="114750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Imagen 15">
            <a:extLst>
              <a:ext uri="{FF2B5EF4-FFF2-40B4-BE49-F238E27FC236}">
                <a16:creationId xmlns:a16="http://schemas.microsoft.com/office/drawing/2014/main" id="{928E3E36-D3D1-6863-0820-F7DD53E2DF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0" y="34335"/>
            <a:ext cx="760378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Imagen 16">
            <a:extLst>
              <a:ext uri="{FF2B5EF4-FFF2-40B4-BE49-F238E27FC236}">
                <a16:creationId xmlns:a16="http://schemas.microsoft.com/office/drawing/2014/main" id="{AD2EBAE4-D81D-C9D8-4355-42BFB4A987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364" t="37841" r="19049" b="27625"/>
          <a:stretch>
            <a:fillRect/>
          </a:stretch>
        </p:blipFill>
        <p:spPr>
          <a:xfrm>
            <a:off x="8742011" y="6934946"/>
            <a:ext cx="1014764" cy="74966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D5F79A67-7A75-DB52-580C-24201521AC2C}"/>
              </a:ext>
            </a:extLst>
          </p:cNvPr>
          <p:cNvSpPr txBox="1"/>
          <p:nvPr/>
        </p:nvSpPr>
        <p:spPr>
          <a:xfrm>
            <a:off x="1226279" y="484782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Antonella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upo 2">
            <a:extLst>
              <a:ext uri="{FF2B5EF4-FFF2-40B4-BE49-F238E27FC236}">
                <a16:creationId xmlns:a16="http://schemas.microsoft.com/office/drawing/2014/main" id="{2E911760-4F88-169C-6717-FE0382BB471F}"/>
              </a:ext>
            </a:extLst>
          </p:cNvPr>
          <p:cNvGrpSpPr/>
          <p:nvPr/>
        </p:nvGrpSpPr>
        <p:grpSpPr>
          <a:xfrm>
            <a:off x="3245680" y="6498659"/>
            <a:ext cx="5605555" cy="1161544"/>
            <a:chOff x="3245680" y="6498659"/>
            <a:chExt cx="5605555" cy="1161544"/>
          </a:xfrm>
        </p:grpSpPr>
        <p:grpSp>
          <p:nvGrpSpPr>
            <p:cNvPr id="3" name="Grupo 1">
              <a:extLst>
                <a:ext uri="{FF2B5EF4-FFF2-40B4-BE49-F238E27FC236}">
                  <a16:creationId xmlns:a16="http://schemas.microsoft.com/office/drawing/2014/main" id="{75273349-3C41-A896-7791-9D2C4CD0D2B4}"/>
                </a:ext>
              </a:extLst>
            </p:cNvPr>
            <p:cNvGrpSpPr/>
            <p:nvPr/>
          </p:nvGrpSpPr>
          <p:grpSpPr>
            <a:xfrm>
              <a:off x="3245680" y="6498659"/>
              <a:ext cx="5605555" cy="1161544"/>
              <a:chOff x="3245680" y="6498659"/>
              <a:chExt cx="5605555" cy="1161544"/>
            </a:xfrm>
          </p:grpSpPr>
          <p:sp>
            <p:nvSpPr>
              <p:cNvPr id="4" name="Rectángulo 4">
                <a:extLst>
                  <a:ext uri="{FF2B5EF4-FFF2-40B4-BE49-F238E27FC236}">
                    <a16:creationId xmlns:a16="http://schemas.microsoft.com/office/drawing/2014/main" id="{3CA16807-B501-2235-F4EB-403D87EC30E4}"/>
                  </a:ext>
                </a:extLst>
              </p:cNvPr>
              <p:cNvSpPr/>
              <p:nvPr/>
            </p:nvSpPr>
            <p:spPr>
              <a:xfrm rot="5400013">
                <a:off x="7721206" y="6530174"/>
                <a:ext cx="1161544" cy="1098514"/>
              </a:xfrm>
              <a:prstGeom prst="rect">
                <a:avLst/>
              </a:prstGeom>
              <a:solidFill>
                <a:srgbClr val="FFFFFF"/>
              </a:solidFill>
              <a:ln w="38103" cap="flat">
                <a:solidFill>
                  <a:srgbClr val="042433"/>
                </a:solidFill>
                <a:custDash>
                  <a:ds d="100000" sp="1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749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sp>
            <p:nvSpPr>
              <p:cNvPr id="5" name="Rectángulo 5">
                <a:extLst>
                  <a:ext uri="{FF2B5EF4-FFF2-40B4-BE49-F238E27FC236}">
                    <a16:creationId xmlns:a16="http://schemas.microsoft.com/office/drawing/2014/main" id="{202BFA0B-0228-7FC5-2386-4AC081DC4617}"/>
                  </a:ext>
                </a:extLst>
              </p:cNvPr>
              <p:cNvSpPr/>
              <p:nvPr/>
            </p:nvSpPr>
            <p:spPr>
              <a:xfrm rot="5400013">
                <a:off x="6173347" y="6530174"/>
                <a:ext cx="1161544" cy="1098514"/>
              </a:xfrm>
              <a:prstGeom prst="rect">
                <a:avLst/>
              </a:prstGeom>
              <a:solidFill>
                <a:srgbClr val="FFFFFF"/>
              </a:solidFill>
              <a:ln w="38103" cap="flat">
                <a:solidFill>
                  <a:srgbClr val="042433"/>
                </a:solidFill>
                <a:custDash>
                  <a:ds d="100000" sp="1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749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sp>
            <p:nvSpPr>
              <p:cNvPr id="6" name="Rectángulo 6">
                <a:extLst>
                  <a:ext uri="{FF2B5EF4-FFF2-40B4-BE49-F238E27FC236}">
                    <a16:creationId xmlns:a16="http://schemas.microsoft.com/office/drawing/2014/main" id="{6A2A25D0-C4E4-0B1E-023A-2A85A58B1557}"/>
                  </a:ext>
                </a:extLst>
              </p:cNvPr>
              <p:cNvSpPr/>
              <p:nvPr/>
            </p:nvSpPr>
            <p:spPr>
              <a:xfrm rot="5400013">
                <a:off x="4762025" y="6530174"/>
                <a:ext cx="1161544" cy="1098514"/>
              </a:xfrm>
              <a:prstGeom prst="rect">
                <a:avLst/>
              </a:prstGeom>
              <a:solidFill>
                <a:srgbClr val="FFFFFF"/>
              </a:solidFill>
              <a:ln w="38103" cap="flat">
                <a:solidFill>
                  <a:srgbClr val="042433"/>
                </a:solidFill>
                <a:custDash>
                  <a:ds d="100000" sp="1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749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sp>
            <p:nvSpPr>
              <p:cNvPr id="7" name="Rectángulo 7">
                <a:extLst>
                  <a:ext uri="{FF2B5EF4-FFF2-40B4-BE49-F238E27FC236}">
                    <a16:creationId xmlns:a16="http://schemas.microsoft.com/office/drawing/2014/main" id="{550EB067-6F9A-7A4E-76F1-AEB8B4235FB0}"/>
                  </a:ext>
                </a:extLst>
              </p:cNvPr>
              <p:cNvSpPr/>
              <p:nvPr/>
            </p:nvSpPr>
            <p:spPr>
              <a:xfrm rot="5400013">
                <a:off x="3214165" y="6530174"/>
                <a:ext cx="1161544" cy="1098514"/>
              </a:xfrm>
              <a:prstGeom prst="rect">
                <a:avLst/>
              </a:prstGeom>
              <a:solidFill>
                <a:srgbClr val="FFFFFF"/>
              </a:solidFill>
              <a:ln w="38103" cap="flat">
                <a:solidFill>
                  <a:srgbClr val="042433"/>
                </a:solidFill>
                <a:custDash>
                  <a:ds d="100000" sp="1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749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pic>
            <p:nvPicPr>
              <p:cNvPr id="8" name="Picture 2" descr="Trace and color cute pig space worksheet for kids Vector Image">
                <a:extLst>
                  <a:ext uri="{FF2B5EF4-FFF2-40B4-BE49-F238E27FC236}">
                    <a16:creationId xmlns:a16="http://schemas.microsoft.com/office/drawing/2014/main" id="{7B4F8B29-A201-8CF7-A9A9-DE18178711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52879" t="31893" r="6611" b="19655"/>
              <a:stretch>
                <a:fillRect/>
              </a:stretch>
            </p:blipFill>
            <p:spPr>
              <a:xfrm rot="5400013">
                <a:off x="7796865" y="6606581"/>
                <a:ext cx="984168" cy="925217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9" name="Picture 6" descr="Premium Vector | Trace and color cute easter chicken. worksheet for  children.">
                <a:extLst>
                  <a:ext uri="{FF2B5EF4-FFF2-40B4-BE49-F238E27FC236}">
                    <a16:creationId xmlns:a16="http://schemas.microsoft.com/office/drawing/2014/main" id="{28157888-1C39-4178-E3B5-1AF71D04E1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0014" t="25250" r="7315" b="14654"/>
              <a:stretch>
                <a:fillRect/>
              </a:stretch>
            </p:blipFill>
            <p:spPr>
              <a:xfrm rot="5400013">
                <a:off x="6283619" y="6579895"/>
                <a:ext cx="991959" cy="986381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0" name="Picture 10" descr="Trace and Color Cow | Vector free, Vector art, Cow">
                <a:extLst>
                  <a:ext uri="{FF2B5EF4-FFF2-40B4-BE49-F238E27FC236}">
                    <a16:creationId xmlns:a16="http://schemas.microsoft.com/office/drawing/2014/main" id="{44277E54-29E9-F82A-7142-424E747AE2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l="7987" t="34246" r="60580" b="19686"/>
              <a:stretch>
                <a:fillRect/>
              </a:stretch>
            </p:blipFill>
            <p:spPr>
              <a:xfrm rot="5400013">
                <a:off x="4832823" y="6555206"/>
                <a:ext cx="1042022" cy="970096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  <p:pic>
          <p:nvPicPr>
            <p:cNvPr id="11" name="Picture 14" descr="Premium Vector | Trace and color for kids horse vector">
              <a:extLst>
                <a:ext uri="{FF2B5EF4-FFF2-40B4-BE49-F238E27FC236}">
                  <a16:creationId xmlns:a16="http://schemas.microsoft.com/office/drawing/2014/main" id="{8E258826-17B4-88DE-CB21-033BABCB3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5222" t="6368" r="61242" b="57391"/>
            <a:stretch>
              <a:fillRect/>
            </a:stretch>
          </p:blipFill>
          <p:spPr>
            <a:xfrm rot="5400013">
              <a:off x="3354398" y="6627064"/>
              <a:ext cx="897995" cy="970425"/>
            </a:xfrm>
            <a:prstGeom prst="rect">
              <a:avLst/>
            </a:prstGeom>
            <a:noFill/>
            <a:ln cap="flat">
              <a:noFill/>
            </a:ln>
          </p:spPr>
        </p:pic>
      </p:grpSp>
      <p:grpSp>
        <p:nvGrpSpPr>
          <p:cNvPr id="12" name="Grupo 13">
            <a:extLst>
              <a:ext uri="{FF2B5EF4-FFF2-40B4-BE49-F238E27FC236}">
                <a16:creationId xmlns:a16="http://schemas.microsoft.com/office/drawing/2014/main" id="{FFB6CCE8-CE1B-110E-046B-B0576A3BE1A6}"/>
              </a:ext>
            </a:extLst>
          </p:cNvPr>
          <p:cNvGrpSpPr/>
          <p:nvPr/>
        </p:nvGrpSpPr>
        <p:grpSpPr>
          <a:xfrm>
            <a:off x="3089281" y="111218"/>
            <a:ext cx="5605555" cy="1161544"/>
            <a:chOff x="3089281" y="111218"/>
            <a:chExt cx="5605555" cy="1161544"/>
          </a:xfrm>
        </p:grpSpPr>
        <p:sp>
          <p:nvSpPr>
            <p:cNvPr id="13" name="Rectángulo 8">
              <a:extLst>
                <a:ext uri="{FF2B5EF4-FFF2-40B4-BE49-F238E27FC236}">
                  <a16:creationId xmlns:a16="http://schemas.microsoft.com/office/drawing/2014/main" id="{5B2B0AF1-DE84-1F09-FC92-77632B2789F8}"/>
                </a:ext>
              </a:extLst>
            </p:cNvPr>
            <p:cNvSpPr/>
            <p:nvPr/>
          </p:nvSpPr>
          <p:spPr>
            <a:xfrm rot="5400013">
              <a:off x="7564807" y="142733"/>
              <a:ext cx="1161544" cy="1098514"/>
            </a:xfrm>
            <a:prstGeom prst="rect">
              <a:avLst/>
            </a:prstGeom>
            <a:solidFill>
              <a:srgbClr val="FFFFFF"/>
            </a:solidFill>
            <a:ln w="38103" cap="flat">
              <a:solidFill>
                <a:srgbClr val="042433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14" name="Rectángulo 9">
              <a:extLst>
                <a:ext uri="{FF2B5EF4-FFF2-40B4-BE49-F238E27FC236}">
                  <a16:creationId xmlns:a16="http://schemas.microsoft.com/office/drawing/2014/main" id="{BF85D4E6-57FA-41A5-D8CC-862EAAE58B36}"/>
                </a:ext>
              </a:extLst>
            </p:cNvPr>
            <p:cNvSpPr/>
            <p:nvPr/>
          </p:nvSpPr>
          <p:spPr>
            <a:xfrm rot="5400013">
              <a:off x="6016948" y="142733"/>
              <a:ext cx="1161544" cy="1098514"/>
            </a:xfrm>
            <a:prstGeom prst="rect">
              <a:avLst/>
            </a:prstGeom>
            <a:solidFill>
              <a:srgbClr val="FFFFFF"/>
            </a:solidFill>
            <a:ln w="38103" cap="flat">
              <a:solidFill>
                <a:srgbClr val="042433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15" name="Rectángulo 10">
              <a:extLst>
                <a:ext uri="{FF2B5EF4-FFF2-40B4-BE49-F238E27FC236}">
                  <a16:creationId xmlns:a16="http://schemas.microsoft.com/office/drawing/2014/main" id="{24625F55-0D18-7B4B-5D90-B21975F95697}"/>
                </a:ext>
              </a:extLst>
            </p:cNvPr>
            <p:cNvSpPr/>
            <p:nvPr/>
          </p:nvSpPr>
          <p:spPr>
            <a:xfrm rot="5400013">
              <a:off x="4605626" y="142733"/>
              <a:ext cx="1161544" cy="1098514"/>
            </a:xfrm>
            <a:prstGeom prst="rect">
              <a:avLst/>
            </a:prstGeom>
            <a:solidFill>
              <a:srgbClr val="FFFFFF"/>
            </a:solidFill>
            <a:ln w="38103" cap="flat">
              <a:solidFill>
                <a:srgbClr val="042433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16" name="Rectángulo 11">
              <a:extLst>
                <a:ext uri="{FF2B5EF4-FFF2-40B4-BE49-F238E27FC236}">
                  <a16:creationId xmlns:a16="http://schemas.microsoft.com/office/drawing/2014/main" id="{A82D8E0D-541F-0462-74B2-F00FBCD151BB}"/>
                </a:ext>
              </a:extLst>
            </p:cNvPr>
            <p:cNvSpPr/>
            <p:nvPr/>
          </p:nvSpPr>
          <p:spPr>
            <a:xfrm rot="5400013">
              <a:off x="3057766" y="142733"/>
              <a:ext cx="1161544" cy="1098514"/>
            </a:xfrm>
            <a:prstGeom prst="rect">
              <a:avLst/>
            </a:prstGeom>
            <a:solidFill>
              <a:srgbClr val="FFFFFF"/>
            </a:solidFill>
            <a:ln w="38103" cap="flat">
              <a:solidFill>
                <a:srgbClr val="042433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pic>
          <p:nvPicPr>
            <p:cNvPr id="17" name="Picture 4" descr="Trace and color cute pig space worksheet for kids Vector Image">
              <a:extLst>
                <a:ext uri="{FF2B5EF4-FFF2-40B4-BE49-F238E27FC236}">
                  <a16:creationId xmlns:a16="http://schemas.microsoft.com/office/drawing/2014/main" id="{00BAE55C-90E6-226C-7EDC-3798966FB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5283" t="31222" r="53557" b="19386"/>
            <a:stretch>
              <a:fillRect/>
            </a:stretch>
          </p:blipFill>
          <p:spPr>
            <a:xfrm rot="5400013">
              <a:off x="6104223" y="263896"/>
              <a:ext cx="907761" cy="856189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8" name="Picture 8" descr="Premium Vector | Trace and color cute easter chicken. worksheet for  children.">
              <a:extLst>
                <a:ext uri="{FF2B5EF4-FFF2-40B4-BE49-F238E27FC236}">
                  <a16:creationId xmlns:a16="http://schemas.microsoft.com/office/drawing/2014/main" id="{2A702145-D257-7D66-6849-2B3CD8923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245" t="25250" r="49985" b="14893"/>
            <a:stretch>
              <a:fillRect/>
            </a:stretch>
          </p:blipFill>
          <p:spPr>
            <a:xfrm rot="5400013">
              <a:off x="7647639" y="199934"/>
              <a:ext cx="995900" cy="984123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9" name="Picture 12" descr="Trace and Color Cow | Vector free, Vector art, Cow">
              <a:extLst>
                <a:ext uri="{FF2B5EF4-FFF2-40B4-BE49-F238E27FC236}">
                  <a16:creationId xmlns:a16="http://schemas.microsoft.com/office/drawing/2014/main" id="{3606F27F-4FFF-03B9-4B39-5F5222C8D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40570" t="20255" r="7760" b="4279"/>
            <a:stretch>
              <a:fillRect/>
            </a:stretch>
          </p:blipFill>
          <p:spPr>
            <a:xfrm rot="5400013">
              <a:off x="3099184" y="156921"/>
              <a:ext cx="1078717" cy="987314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20" name="Picture 16" descr="Premium Vector | Trace and color for kids horse vector">
              <a:extLst>
                <a:ext uri="{FF2B5EF4-FFF2-40B4-BE49-F238E27FC236}">
                  <a16:creationId xmlns:a16="http://schemas.microsoft.com/office/drawing/2014/main" id="{582FC2A8-9713-3277-8BC7-53578EB7B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8647" t="5694" r="4787" b="14829"/>
            <a:stretch>
              <a:fillRect/>
            </a:stretch>
          </p:blipFill>
          <p:spPr>
            <a:xfrm rot="5400013">
              <a:off x="4711039" y="239459"/>
              <a:ext cx="972793" cy="970096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21" name="Rectángulo 12">
              <a:extLst>
                <a:ext uri="{FF2B5EF4-FFF2-40B4-BE49-F238E27FC236}">
                  <a16:creationId xmlns:a16="http://schemas.microsoft.com/office/drawing/2014/main" id="{D9265C50-9C1B-676C-606E-B74266DD8807}"/>
                </a:ext>
              </a:extLst>
            </p:cNvPr>
            <p:cNvSpPr/>
            <p:nvPr/>
          </p:nvSpPr>
          <p:spPr>
            <a:xfrm rot="5400013">
              <a:off x="5420238" y="159687"/>
              <a:ext cx="227895" cy="296594"/>
            </a:xfrm>
            <a:prstGeom prst="rect">
              <a:avLst/>
            </a:prstGeom>
            <a:solidFill>
              <a:srgbClr val="FFFFFF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</p:grpSp>
      <p:pic>
        <p:nvPicPr>
          <p:cNvPr id="22" name="Imagen 19">
            <a:extLst>
              <a:ext uri="{FF2B5EF4-FFF2-40B4-BE49-F238E27FC236}">
                <a16:creationId xmlns:a16="http://schemas.microsoft.com/office/drawing/2014/main" id="{19BDA5AC-13AF-E380-19CB-CC5A9B021C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 rot="5400013">
            <a:off x="9002285" y="5358"/>
            <a:ext cx="760378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3" name="Imagen 20">
            <a:extLst>
              <a:ext uri="{FF2B5EF4-FFF2-40B4-BE49-F238E27FC236}">
                <a16:creationId xmlns:a16="http://schemas.microsoft.com/office/drawing/2014/main" id="{43BD391A-BFB6-ED51-B3D4-DBABF26989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364" t="37841" r="19049" b="27625"/>
          <a:stretch>
            <a:fillRect/>
          </a:stretch>
        </p:blipFill>
        <p:spPr>
          <a:xfrm rot="5400013">
            <a:off x="8840419" y="6777989"/>
            <a:ext cx="1014764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4" name="Picture 4" descr="Dot a dot game for preschool kids. Cute horse. 8813605 Vector Art at  Vecteezy">
            <a:extLst>
              <a:ext uri="{FF2B5EF4-FFF2-40B4-BE49-F238E27FC236}">
                <a16:creationId xmlns:a16="http://schemas.microsoft.com/office/drawing/2014/main" id="{E5DA021C-0CFB-F938-F262-CF7D2A65E1E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6923" t="15832" r="18922" b="6387"/>
          <a:stretch>
            <a:fillRect/>
          </a:stretch>
        </p:blipFill>
        <p:spPr>
          <a:xfrm rot="5400013">
            <a:off x="-230378" y="660046"/>
            <a:ext cx="3342003" cy="286579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5" name="Picture 4" descr="Dot a dot game for preschool kids. Cute horse. 8813605 Vector Art at  Vecteezy">
            <a:extLst>
              <a:ext uri="{FF2B5EF4-FFF2-40B4-BE49-F238E27FC236}">
                <a16:creationId xmlns:a16="http://schemas.microsoft.com/office/drawing/2014/main" id="{B3BB2F92-CF2C-9758-6F55-1ACE27E4DDE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6923" t="15832" r="18922" b="6387"/>
          <a:stretch>
            <a:fillRect/>
          </a:stretch>
        </p:blipFill>
        <p:spPr>
          <a:xfrm rot="5400013">
            <a:off x="-177234" y="4556305"/>
            <a:ext cx="3342003" cy="286579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293F0464-BA3D-151E-2BA3-473401391AD1}"/>
              </a:ext>
            </a:extLst>
          </p:cNvPr>
          <p:cNvSpPr txBox="1"/>
          <p:nvPr/>
        </p:nvSpPr>
        <p:spPr>
          <a:xfrm rot="5400000">
            <a:off x="7714319" y="3379742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Antonella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A9CA463E-52A7-8CB5-4694-DB88F017BB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60" t="27917" r="53056" b="11479"/>
          <a:stretch>
            <a:fillRect/>
          </a:stretch>
        </p:blipFill>
        <p:spPr>
          <a:xfrm>
            <a:off x="5208715" y="4433852"/>
            <a:ext cx="3552965" cy="304324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8" descr="Coloring Pages for Kids: Rabbit Vector">
            <a:extLst>
              <a:ext uri="{FF2B5EF4-FFF2-40B4-BE49-F238E27FC236}">
                <a16:creationId xmlns:a16="http://schemas.microsoft.com/office/drawing/2014/main" id="{999BA8F4-97FA-4138-BA65-C02E66F5CF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117" t="21329" r="10645" b="8530"/>
          <a:stretch>
            <a:fillRect/>
          </a:stretch>
        </p:blipFill>
        <p:spPr>
          <a:xfrm>
            <a:off x="5874325" y="1181660"/>
            <a:ext cx="2221763" cy="312691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4" descr="Little puppy trace and color picture children Vector Image">
            <a:extLst>
              <a:ext uri="{FF2B5EF4-FFF2-40B4-BE49-F238E27FC236}">
                <a16:creationId xmlns:a16="http://schemas.microsoft.com/office/drawing/2014/main" id="{59F22767-2423-CA55-D650-DD449AC71F6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1899" t="29896" r="8802" b="27067"/>
          <a:stretch>
            <a:fillRect/>
          </a:stretch>
        </p:blipFill>
        <p:spPr>
          <a:xfrm>
            <a:off x="431578" y="4404390"/>
            <a:ext cx="3527928" cy="304051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2" descr="Trace And Color Duck Vector Art, Icons, and Graphics for Free Download">
            <a:extLst>
              <a:ext uri="{FF2B5EF4-FFF2-40B4-BE49-F238E27FC236}">
                <a16:creationId xmlns:a16="http://schemas.microsoft.com/office/drawing/2014/main" id="{0693082A-68A0-E38F-BCA6-3E74BFD176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86" t="34081" r="51281" b="13901"/>
          <a:stretch>
            <a:fillRect/>
          </a:stretch>
        </p:blipFill>
        <p:spPr>
          <a:xfrm>
            <a:off x="625166" y="1254300"/>
            <a:ext cx="3359377" cy="2952176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6" name="Tabla 4">
            <a:extLst>
              <a:ext uri="{FF2B5EF4-FFF2-40B4-BE49-F238E27FC236}">
                <a16:creationId xmlns:a16="http://schemas.microsoft.com/office/drawing/2014/main" id="{47A713CB-2023-0CC3-38E7-2FB9572D0BD7}"/>
              </a:ext>
            </a:extLst>
          </p:cNvPr>
          <p:cNvGraphicFramePr>
            <a:graphicFrameLocks noGrp="1"/>
          </p:cNvGraphicFramePr>
          <p:nvPr/>
        </p:nvGraphicFramePr>
        <p:xfrm>
          <a:off x="111565" y="4404390"/>
          <a:ext cx="4386576" cy="309745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93288">
                  <a:extLst>
                    <a:ext uri="{9D8B030D-6E8A-4147-A177-3AD203B41FA5}">
                      <a16:colId xmlns:a16="http://schemas.microsoft.com/office/drawing/2014/main" val="3521753273"/>
                    </a:ext>
                  </a:extLst>
                </a:gridCol>
                <a:gridCol w="2193288">
                  <a:extLst>
                    <a:ext uri="{9D8B030D-6E8A-4147-A177-3AD203B41FA5}">
                      <a16:colId xmlns:a16="http://schemas.microsoft.com/office/drawing/2014/main" val="3484475377"/>
                    </a:ext>
                  </a:extLst>
                </a:gridCol>
              </a:tblGrid>
              <a:tr h="3097456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886268"/>
                  </a:ext>
                </a:extLst>
              </a:tr>
            </a:tbl>
          </a:graphicData>
        </a:graphic>
      </p:graphicFrame>
      <p:graphicFrame>
        <p:nvGraphicFramePr>
          <p:cNvPr id="7" name="Tabla 5">
            <a:extLst>
              <a:ext uri="{FF2B5EF4-FFF2-40B4-BE49-F238E27FC236}">
                <a16:creationId xmlns:a16="http://schemas.microsoft.com/office/drawing/2014/main" id="{0BAA10D1-DADC-8501-3C96-79E0C8D75EDA}"/>
              </a:ext>
            </a:extLst>
          </p:cNvPr>
          <p:cNvGraphicFramePr>
            <a:graphicFrameLocks noGrp="1"/>
          </p:cNvGraphicFramePr>
          <p:nvPr/>
        </p:nvGraphicFramePr>
        <p:xfrm>
          <a:off x="111565" y="1181660"/>
          <a:ext cx="4386576" cy="309745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93288">
                  <a:extLst>
                    <a:ext uri="{9D8B030D-6E8A-4147-A177-3AD203B41FA5}">
                      <a16:colId xmlns:a16="http://schemas.microsoft.com/office/drawing/2014/main" val="773748229"/>
                    </a:ext>
                  </a:extLst>
                </a:gridCol>
                <a:gridCol w="2193288">
                  <a:extLst>
                    <a:ext uri="{9D8B030D-6E8A-4147-A177-3AD203B41FA5}">
                      <a16:colId xmlns:a16="http://schemas.microsoft.com/office/drawing/2014/main" val="1506032274"/>
                    </a:ext>
                  </a:extLst>
                </a:gridCol>
              </a:tblGrid>
              <a:tr h="3097456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203372"/>
                  </a:ext>
                </a:extLst>
              </a:tr>
            </a:tbl>
          </a:graphicData>
        </a:graphic>
      </p:graphicFrame>
      <p:graphicFrame>
        <p:nvGraphicFramePr>
          <p:cNvPr id="8" name="Tabla 6">
            <a:extLst>
              <a:ext uri="{FF2B5EF4-FFF2-40B4-BE49-F238E27FC236}">
                <a16:creationId xmlns:a16="http://schemas.microsoft.com/office/drawing/2014/main" id="{C0740038-2EDA-3A78-AC15-03AFDA2498D8}"/>
              </a:ext>
            </a:extLst>
          </p:cNvPr>
          <p:cNvGraphicFramePr>
            <a:graphicFrameLocks noGrp="1"/>
          </p:cNvGraphicFramePr>
          <p:nvPr/>
        </p:nvGraphicFramePr>
        <p:xfrm>
          <a:off x="4791913" y="4404390"/>
          <a:ext cx="4386576" cy="309745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93288">
                  <a:extLst>
                    <a:ext uri="{9D8B030D-6E8A-4147-A177-3AD203B41FA5}">
                      <a16:colId xmlns:a16="http://schemas.microsoft.com/office/drawing/2014/main" val="3740697498"/>
                    </a:ext>
                  </a:extLst>
                </a:gridCol>
                <a:gridCol w="2193288">
                  <a:extLst>
                    <a:ext uri="{9D8B030D-6E8A-4147-A177-3AD203B41FA5}">
                      <a16:colId xmlns:a16="http://schemas.microsoft.com/office/drawing/2014/main" val="462737540"/>
                    </a:ext>
                  </a:extLst>
                </a:gridCol>
              </a:tblGrid>
              <a:tr h="3097456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5486262"/>
                  </a:ext>
                </a:extLst>
              </a:tr>
            </a:tbl>
          </a:graphicData>
        </a:graphic>
      </p:graphicFrame>
      <p:graphicFrame>
        <p:nvGraphicFramePr>
          <p:cNvPr id="9" name="Tabla 7">
            <a:extLst>
              <a:ext uri="{FF2B5EF4-FFF2-40B4-BE49-F238E27FC236}">
                <a16:creationId xmlns:a16="http://schemas.microsoft.com/office/drawing/2014/main" id="{59D2304F-EE5E-7303-EE93-695579053A45}"/>
              </a:ext>
            </a:extLst>
          </p:cNvPr>
          <p:cNvGraphicFramePr>
            <a:graphicFrameLocks noGrp="1"/>
          </p:cNvGraphicFramePr>
          <p:nvPr/>
        </p:nvGraphicFramePr>
        <p:xfrm>
          <a:off x="4791913" y="1181660"/>
          <a:ext cx="4386576" cy="309745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93288">
                  <a:extLst>
                    <a:ext uri="{9D8B030D-6E8A-4147-A177-3AD203B41FA5}">
                      <a16:colId xmlns:a16="http://schemas.microsoft.com/office/drawing/2014/main" val="1650597605"/>
                    </a:ext>
                  </a:extLst>
                </a:gridCol>
                <a:gridCol w="2193288">
                  <a:extLst>
                    <a:ext uri="{9D8B030D-6E8A-4147-A177-3AD203B41FA5}">
                      <a16:colId xmlns:a16="http://schemas.microsoft.com/office/drawing/2014/main" val="2419672106"/>
                    </a:ext>
                  </a:extLst>
                </a:gridCol>
              </a:tblGrid>
              <a:tr h="3097456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 dirty="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7787748"/>
                  </a:ext>
                </a:extLst>
              </a:tr>
            </a:tbl>
          </a:graphicData>
        </a:graphic>
      </p:graphicFrame>
      <p:sp>
        <p:nvSpPr>
          <p:cNvPr id="10" name="Rectángulo 14">
            <a:extLst>
              <a:ext uri="{FF2B5EF4-FFF2-40B4-BE49-F238E27FC236}">
                <a16:creationId xmlns:a16="http://schemas.microsoft.com/office/drawing/2014/main" id="{5A35C98D-073B-0F70-A0C0-33F531CE0970}"/>
              </a:ext>
            </a:extLst>
          </p:cNvPr>
          <p:cNvSpPr/>
          <p:nvPr/>
        </p:nvSpPr>
        <p:spPr>
          <a:xfrm>
            <a:off x="216365" y="1254300"/>
            <a:ext cx="2061176" cy="2952176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49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1" name="Rectángulo 15">
            <a:extLst>
              <a:ext uri="{FF2B5EF4-FFF2-40B4-BE49-F238E27FC236}">
                <a16:creationId xmlns:a16="http://schemas.microsoft.com/office/drawing/2014/main" id="{1C1B5619-B869-22E3-65B1-2A16DADC7A4B}"/>
              </a:ext>
            </a:extLst>
          </p:cNvPr>
          <p:cNvSpPr/>
          <p:nvPr/>
        </p:nvSpPr>
        <p:spPr>
          <a:xfrm>
            <a:off x="137809" y="4492721"/>
            <a:ext cx="2139732" cy="2952176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49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2" name="Rectángulo 16">
            <a:extLst>
              <a:ext uri="{FF2B5EF4-FFF2-40B4-BE49-F238E27FC236}">
                <a16:creationId xmlns:a16="http://schemas.microsoft.com/office/drawing/2014/main" id="{A5D0E33B-2C47-322F-201D-B794B1316ED6}"/>
              </a:ext>
            </a:extLst>
          </p:cNvPr>
          <p:cNvSpPr/>
          <p:nvPr/>
        </p:nvSpPr>
        <p:spPr>
          <a:xfrm>
            <a:off x="7026213" y="1225661"/>
            <a:ext cx="2100449" cy="2952176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49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3" name="Rectángulo 17">
            <a:extLst>
              <a:ext uri="{FF2B5EF4-FFF2-40B4-BE49-F238E27FC236}">
                <a16:creationId xmlns:a16="http://schemas.microsoft.com/office/drawing/2014/main" id="{81592640-A001-11B9-F34A-3AE820481A1C}"/>
              </a:ext>
            </a:extLst>
          </p:cNvPr>
          <p:cNvSpPr/>
          <p:nvPr/>
        </p:nvSpPr>
        <p:spPr>
          <a:xfrm>
            <a:off x="7026213" y="4448555"/>
            <a:ext cx="1735467" cy="2952176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49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14" name="Imagen 18">
            <a:extLst>
              <a:ext uri="{FF2B5EF4-FFF2-40B4-BE49-F238E27FC236}">
                <a16:creationId xmlns:a16="http://schemas.microsoft.com/office/drawing/2014/main" id="{30C26428-85F4-0089-07A2-8D40FC8CA8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427" t="21568" r="45264" b="27626"/>
          <a:stretch>
            <a:fillRect/>
          </a:stretch>
        </p:blipFill>
        <p:spPr>
          <a:xfrm>
            <a:off x="0" y="121185"/>
            <a:ext cx="707114" cy="69715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Imagen 19">
            <a:extLst>
              <a:ext uri="{FF2B5EF4-FFF2-40B4-BE49-F238E27FC236}">
                <a16:creationId xmlns:a16="http://schemas.microsoft.com/office/drawing/2014/main" id="{0E8B4E52-7A2E-3A21-0966-C4AEAFD443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364" t="37841" r="19049" b="27625"/>
          <a:stretch>
            <a:fillRect/>
          </a:stretch>
        </p:blipFill>
        <p:spPr>
          <a:xfrm>
            <a:off x="9042803" y="145663"/>
            <a:ext cx="713972" cy="52745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97B15DE2-CD01-99B7-A41D-3BE22543CFEC}"/>
              </a:ext>
            </a:extLst>
          </p:cNvPr>
          <p:cNvSpPr txBox="1"/>
          <p:nvPr/>
        </p:nvSpPr>
        <p:spPr>
          <a:xfrm>
            <a:off x="3649594" y="121185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Antonella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E9DEB88B-1038-FDCC-42DB-7537CC3974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60" t="27917" r="53056" b="11479"/>
          <a:stretch>
            <a:fillRect/>
          </a:stretch>
        </p:blipFill>
        <p:spPr>
          <a:xfrm rot="5400013">
            <a:off x="7221579" y="6146090"/>
            <a:ext cx="1316223" cy="15857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Rectángulo 3">
            <a:extLst>
              <a:ext uri="{FF2B5EF4-FFF2-40B4-BE49-F238E27FC236}">
                <a16:creationId xmlns:a16="http://schemas.microsoft.com/office/drawing/2014/main" id="{EE490522-4593-6044-C426-F6E79DA6922A}"/>
              </a:ext>
            </a:extLst>
          </p:cNvPr>
          <p:cNvSpPr/>
          <p:nvPr/>
        </p:nvSpPr>
        <p:spPr>
          <a:xfrm rot="5400013">
            <a:off x="7327868" y="26065"/>
            <a:ext cx="1364659" cy="1846777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Rectángulo 4">
            <a:extLst>
              <a:ext uri="{FF2B5EF4-FFF2-40B4-BE49-F238E27FC236}">
                <a16:creationId xmlns:a16="http://schemas.microsoft.com/office/drawing/2014/main" id="{CA600642-A73B-6829-89CD-38BC22B6EC1E}"/>
              </a:ext>
            </a:extLst>
          </p:cNvPr>
          <p:cNvSpPr/>
          <p:nvPr/>
        </p:nvSpPr>
        <p:spPr>
          <a:xfrm rot="5400013">
            <a:off x="7182278" y="2845507"/>
            <a:ext cx="1483549" cy="1846777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Rectángulo 5">
            <a:extLst>
              <a:ext uri="{FF2B5EF4-FFF2-40B4-BE49-F238E27FC236}">
                <a16:creationId xmlns:a16="http://schemas.microsoft.com/office/drawing/2014/main" id="{93E3163B-68AE-194B-DE0E-0A8CA16D8E72}"/>
              </a:ext>
            </a:extLst>
          </p:cNvPr>
          <p:cNvSpPr/>
          <p:nvPr/>
        </p:nvSpPr>
        <p:spPr>
          <a:xfrm rot="5400013">
            <a:off x="7223179" y="5962157"/>
            <a:ext cx="1483549" cy="1846777"/>
          </a:xfrm>
          <a:prstGeom prst="rect">
            <a:avLst/>
          </a:prstGeom>
          <a:noFill/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6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A63519BE-F68E-BC94-9BCE-21D1F0F90A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0" t="21933" r="55042" b="11628"/>
          <a:stretch>
            <a:fillRect/>
          </a:stretch>
        </p:blipFill>
        <p:spPr>
          <a:xfrm rot="5400013">
            <a:off x="7267331" y="248114"/>
            <a:ext cx="1224015" cy="154332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Picture 4" descr="Little puppy trace and color picture children Vector Image">
            <a:extLst>
              <a:ext uri="{FF2B5EF4-FFF2-40B4-BE49-F238E27FC236}">
                <a16:creationId xmlns:a16="http://schemas.microsoft.com/office/drawing/2014/main" id="{556A3FBC-5B86-A742-C970-76CCC513751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1899" t="29896" r="8802" b="27067"/>
          <a:stretch>
            <a:fillRect/>
          </a:stretch>
        </p:blipFill>
        <p:spPr>
          <a:xfrm rot="5400013">
            <a:off x="7277508" y="3019824"/>
            <a:ext cx="1214807" cy="149353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Rectángulo 14">
            <a:extLst>
              <a:ext uri="{FF2B5EF4-FFF2-40B4-BE49-F238E27FC236}">
                <a16:creationId xmlns:a16="http://schemas.microsoft.com/office/drawing/2014/main" id="{3A5BB978-00C2-0E27-3F9C-8FD7CC2FD00E}"/>
              </a:ext>
            </a:extLst>
          </p:cNvPr>
          <p:cNvSpPr/>
          <p:nvPr/>
        </p:nvSpPr>
        <p:spPr>
          <a:xfrm rot="5400013">
            <a:off x="189377" y="247332"/>
            <a:ext cx="1483549" cy="1544878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Rectángulo 15">
            <a:extLst>
              <a:ext uri="{FF2B5EF4-FFF2-40B4-BE49-F238E27FC236}">
                <a16:creationId xmlns:a16="http://schemas.microsoft.com/office/drawing/2014/main" id="{77CA61A5-9809-2FBD-A484-0422B0D5F0BC}"/>
              </a:ext>
            </a:extLst>
          </p:cNvPr>
          <p:cNvSpPr/>
          <p:nvPr/>
        </p:nvSpPr>
        <p:spPr>
          <a:xfrm rot="5400013">
            <a:off x="167560" y="2859782"/>
            <a:ext cx="1483549" cy="1544878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Rectángulo 16">
            <a:extLst>
              <a:ext uri="{FF2B5EF4-FFF2-40B4-BE49-F238E27FC236}">
                <a16:creationId xmlns:a16="http://schemas.microsoft.com/office/drawing/2014/main" id="{F5A993DF-94FD-B275-DA0D-4200E1E4EE5C}"/>
              </a:ext>
            </a:extLst>
          </p:cNvPr>
          <p:cNvSpPr/>
          <p:nvPr/>
        </p:nvSpPr>
        <p:spPr>
          <a:xfrm rot="5400013">
            <a:off x="167560" y="6001075"/>
            <a:ext cx="1483549" cy="1544878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11" name="Imagen 17">
            <a:extLst>
              <a:ext uri="{FF2B5EF4-FFF2-40B4-BE49-F238E27FC236}">
                <a16:creationId xmlns:a16="http://schemas.microsoft.com/office/drawing/2014/main" id="{D985771A-7F0E-FFB4-5AB1-200C1381EE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587" t="60459" r="39961" b="7763"/>
          <a:stretch>
            <a:fillRect/>
          </a:stretch>
        </p:blipFill>
        <p:spPr>
          <a:xfrm rot="16200004">
            <a:off x="3712472" y="1128489"/>
            <a:ext cx="1214807" cy="527620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Imagen 18">
            <a:extLst>
              <a:ext uri="{FF2B5EF4-FFF2-40B4-BE49-F238E27FC236}">
                <a16:creationId xmlns:a16="http://schemas.microsoft.com/office/drawing/2014/main" id="{20BECF63-8FA3-244E-DFBB-05BA1B7149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857" t="37281" r="55716" b="7946"/>
          <a:stretch>
            <a:fillRect/>
          </a:stretch>
        </p:blipFill>
        <p:spPr>
          <a:xfrm rot="16200004">
            <a:off x="3615335" y="-1623764"/>
            <a:ext cx="1494431" cy="527620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Imagen 19">
            <a:extLst>
              <a:ext uri="{FF2B5EF4-FFF2-40B4-BE49-F238E27FC236}">
                <a16:creationId xmlns:a16="http://schemas.microsoft.com/office/drawing/2014/main" id="{C2F5D120-CF25-F1D3-1225-A245FF0278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857" t="37281" r="55716" b="7946"/>
          <a:stretch>
            <a:fillRect/>
          </a:stretch>
        </p:blipFill>
        <p:spPr>
          <a:xfrm rot="16200004">
            <a:off x="3572670" y="4214917"/>
            <a:ext cx="1494431" cy="509265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Imagen 1">
            <a:extLst>
              <a:ext uri="{FF2B5EF4-FFF2-40B4-BE49-F238E27FC236}">
                <a16:creationId xmlns:a16="http://schemas.microsoft.com/office/drawing/2014/main" id="{43AC9BCB-E290-A5BC-8C37-897A2B4A7A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427" t="21568" r="45264" b="27626"/>
          <a:stretch>
            <a:fillRect/>
          </a:stretch>
        </p:blipFill>
        <p:spPr>
          <a:xfrm rot="5400013">
            <a:off x="8985585" y="98843"/>
            <a:ext cx="707114" cy="69715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Imagen 2">
            <a:extLst>
              <a:ext uri="{FF2B5EF4-FFF2-40B4-BE49-F238E27FC236}">
                <a16:creationId xmlns:a16="http://schemas.microsoft.com/office/drawing/2014/main" id="{85E854AE-A568-128B-8B8B-208243C906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364" t="37841" r="19049" b="27625"/>
          <a:stretch>
            <a:fillRect/>
          </a:stretch>
        </p:blipFill>
        <p:spPr>
          <a:xfrm rot="5400013">
            <a:off x="9078016" y="7060988"/>
            <a:ext cx="713972" cy="52745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6E6B9B42-5948-4CC6-5122-B0169C310C43}"/>
              </a:ext>
            </a:extLst>
          </p:cNvPr>
          <p:cNvSpPr txBox="1"/>
          <p:nvPr/>
        </p:nvSpPr>
        <p:spPr>
          <a:xfrm rot="5400000">
            <a:off x="7796670" y="3309056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Antonella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F12D908D-6AF2-BD2D-495B-7DE342D158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507" t="17045" r="11444" b="2647"/>
          <a:stretch>
            <a:fillRect/>
          </a:stretch>
        </p:blipFill>
        <p:spPr>
          <a:xfrm rot="2190807">
            <a:off x="5520732" y="2111260"/>
            <a:ext cx="723464" cy="1781351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3" name="Marcador de contenido 5">
            <a:extLst>
              <a:ext uri="{FF2B5EF4-FFF2-40B4-BE49-F238E27FC236}">
                <a16:creationId xmlns:a16="http://schemas.microsoft.com/office/drawing/2014/main" id="{67F595FC-0DE5-7F2A-C588-89B123D3C05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7857" y="141558"/>
          <a:ext cx="6505296" cy="7492444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626324">
                  <a:extLst>
                    <a:ext uri="{9D8B030D-6E8A-4147-A177-3AD203B41FA5}">
                      <a16:colId xmlns:a16="http://schemas.microsoft.com/office/drawing/2014/main" val="260653462"/>
                    </a:ext>
                  </a:extLst>
                </a:gridCol>
                <a:gridCol w="1626324">
                  <a:extLst>
                    <a:ext uri="{9D8B030D-6E8A-4147-A177-3AD203B41FA5}">
                      <a16:colId xmlns:a16="http://schemas.microsoft.com/office/drawing/2014/main" val="4150225360"/>
                    </a:ext>
                  </a:extLst>
                </a:gridCol>
                <a:gridCol w="1626324">
                  <a:extLst>
                    <a:ext uri="{9D8B030D-6E8A-4147-A177-3AD203B41FA5}">
                      <a16:colId xmlns:a16="http://schemas.microsoft.com/office/drawing/2014/main" val="1926491000"/>
                    </a:ext>
                  </a:extLst>
                </a:gridCol>
                <a:gridCol w="1626324">
                  <a:extLst>
                    <a:ext uri="{9D8B030D-6E8A-4147-A177-3AD203B41FA5}">
                      <a16:colId xmlns:a16="http://schemas.microsoft.com/office/drawing/2014/main" val="2565031486"/>
                    </a:ext>
                  </a:extLst>
                </a:gridCol>
              </a:tblGrid>
              <a:tr h="187311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180364"/>
                  </a:ext>
                </a:extLst>
              </a:tr>
              <a:tr h="187311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77"/>
                  </a:ext>
                </a:extLst>
              </a:tr>
              <a:tr h="187311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2985549"/>
                  </a:ext>
                </a:extLst>
              </a:tr>
              <a:tr h="187311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5554844"/>
                  </a:ext>
                </a:extLst>
              </a:tr>
            </a:tbl>
          </a:graphicData>
        </a:graphic>
      </p:graphicFrame>
      <p:pic>
        <p:nvPicPr>
          <p:cNvPr id="4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85008644-DBB8-2553-A754-78210B0FE8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174" t="21083" r="7568" b="12478"/>
          <a:stretch>
            <a:fillRect/>
          </a:stretch>
        </p:blipFill>
        <p:spPr>
          <a:xfrm rot="5400013">
            <a:off x="5382148" y="270644"/>
            <a:ext cx="1168584" cy="147342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40223568-5BE4-227A-6D2F-740AD8070F9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3309" t="28700" r="6007" b="10696"/>
          <a:stretch>
            <a:fillRect/>
          </a:stretch>
        </p:blipFill>
        <p:spPr>
          <a:xfrm rot="5400013">
            <a:off x="1929329" y="381040"/>
            <a:ext cx="1400961" cy="14755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1FC9A8E6-D1F2-E7D6-1D4B-67DD455461C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53" t="14830" r="65574" b="47243"/>
          <a:stretch>
            <a:fillRect/>
          </a:stretch>
        </p:blipFill>
        <p:spPr>
          <a:xfrm rot="5400013">
            <a:off x="1861421" y="2126708"/>
            <a:ext cx="1536777" cy="14755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Imagen 21">
            <a:extLst>
              <a:ext uri="{FF2B5EF4-FFF2-40B4-BE49-F238E27FC236}">
                <a16:creationId xmlns:a16="http://schemas.microsoft.com/office/drawing/2014/main" id="{CB57BB3F-10B6-99D1-E716-07842F57D23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427" t="21568" r="45264" b="27626"/>
          <a:stretch>
            <a:fillRect/>
          </a:stretch>
        </p:blipFill>
        <p:spPr>
          <a:xfrm rot="5400013">
            <a:off x="9084403" y="4768"/>
            <a:ext cx="677131" cy="66759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Imagen 22">
            <a:extLst>
              <a:ext uri="{FF2B5EF4-FFF2-40B4-BE49-F238E27FC236}">
                <a16:creationId xmlns:a16="http://schemas.microsoft.com/office/drawing/2014/main" id="{C70485F8-EBC7-83B1-DA18-B7FC10AE7A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344" t="40393" r="19049" b="27625"/>
          <a:stretch>
            <a:fillRect/>
          </a:stretch>
        </p:blipFill>
        <p:spPr>
          <a:xfrm rot="5400013">
            <a:off x="8901876" y="6854360"/>
            <a:ext cx="1015541" cy="69425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1108769B-48AC-A9E7-37BB-09A5E9BF88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507" t="17045" r="11444" b="2647"/>
          <a:stretch>
            <a:fillRect/>
          </a:stretch>
        </p:blipFill>
        <p:spPr>
          <a:xfrm rot="2190807">
            <a:off x="5484302" y="5716730"/>
            <a:ext cx="723464" cy="178135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563970EB-21CB-DFCD-0C46-50F6E862C7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174" t="21083" r="7568" b="12478"/>
          <a:stretch>
            <a:fillRect/>
          </a:stretch>
        </p:blipFill>
        <p:spPr>
          <a:xfrm rot="5400013">
            <a:off x="5345719" y="3876124"/>
            <a:ext cx="1168584" cy="147342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FB8093E3-B154-68AD-2381-C5DF06114D5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3309" t="28700" r="6007" b="10696"/>
          <a:stretch>
            <a:fillRect/>
          </a:stretch>
        </p:blipFill>
        <p:spPr>
          <a:xfrm rot="5400013">
            <a:off x="1929329" y="4105373"/>
            <a:ext cx="1400961" cy="14755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B2CA6DED-E954-85AD-FD7C-A169AAAF0CE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53" t="14830" r="65574" b="47243"/>
          <a:stretch>
            <a:fillRect/>
          </a:stretch>
        </p:blipFill>
        <p:spPr>
          <a:xfrm rot="5400013">
            <a:off x="1861421" y="5851050"/>
            <a:ext cx="1536777" cy="14755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Imagen 19">
            <a:extLst>
              <a:ext uri="{FF2B5EF4-FFF2-40B4-BE49-F238E27FC236}">
                <a16:creationId xmlns:a16="http://schemas.microsoft.com/office/drawing/2014/main" id="{01AE25F5-B9D2-CFB8-114C-013D6D95A0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533" t="41215" r="39578" b="4472"/>
          <a:stretch>
            <a:fillRect/>
          </a:stretch>
        </p:blipFill>
        <p:spPr>
          <a:xfrm rot="10799991">
            <a:off x="6949257" y="141549"/>
            <a:ext cx="1774603" cy="763402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829D6699-ED4D-CCF2-BAE4-6EF8A8D3D8D6}"/>
              </a:ext>
            </a:extLst>
          </p:cNvPr>
          <p:cNvSpPr txBox="1"/>
          <p:nvPr/>
        </p:nvSpPr>
        <p:spPr>
          <a:xfrm rot="5400000">
            <a:off x="7741908" y="3430926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Antonella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upo 4">
            <a:extLst>
              <a:ext uri="{FF2B5EF4-FFF2-40B4-BE49-F238E27FC236}">
                <a16:creationId xmlns:a16="http://schemas.microsoft.com/office/drawing/2014/main" id="{BEC63B93-9821-7E10-D25E-4EDE28AC4672}"/>
              </a:ext>
            </a:extLst>
          </p:cNvPr>
          <p:cNvGrpSpPr/>
          <p:nvPr/>
        </p:nvGrpSpPr>
        <p:grpSpPr>
          <a:xfrm>
            <a:off x="3419966" y="5453739"/>
            <a:ext cx="5410533" cy="2066077"/>
            <a:chOff x="3419966" y="5453739"/>
            <a:chExt cx="5410533" cy="2066077"/>
          </a:xfrm>
        </p:grpSpPr>
        <p:pic>
          <p:nvPicPr>
            <p:cNvPr id="3" name="Picture 2" descr="Trace And Color Carrot Vector Art, Icons, and Graphics for Free Download">
              <a:extLst>
                <a:ext uri="{FF2B5EF4-FFF2-40B4-BE49-F238E27FC236}">
                  <a16:creationId xmlns:a16="http://schemas.microsoft.com/office/drawing/2014/main" id="{32EA6308-C277-6DB4-93B9-CC396EB68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7990" t="14134" r="58961" b="5558"/>
            <a:stretch>
              <a:fillRect/>
            </a:stretch>
          </p:blipFill>
          <p:spPr>
            <a:xfrm rot="7919709">
              <a:off x="7483054" y="5498924"/>
              <a:ext cx="838038" cy="1856853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4" name="Picture 4" descr="lindo pez tropical - una imagen para colorear. peces ...">
              <a:extLst>
                <a:ext uri="{FF2B5EF4-FFF2-40B4-BE49-F238E27FC236}">
                  <a16:creationId xmlns:a16="http://schemas.microsoft.com/office/drawing/2014/main" id="{F16E6607-F0EC-EC27-9C78-66541D0672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26" t="8253" r="1720" b="9685"/>
            <a:stretch>
              <a:fillRect/>
            </a:stretch>
          </p:blipFill>
          <p:spPr>
            <a:xfrm rot="7502607">
              <a:off x="3234869" y="6054756"/>
              <a:ext cx="2066077" cy="864043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5" name="Rectángulo 6">
              <a:extLst>
                <a:ext uri="{FF2B5EF4-FFF2-40B4-BE49-F238E27FC236}">
                  <a16:creationId xmlns:a16="http://schemas.microsoft.com/office/drawing/2014/main" id="{55A23C88-8F77-0638-8ABA-CBCB6F08D9B4}"/>
                </a:ext>
              </a:extLst>
            </p:cNvPr>
            <p:cNvSpPr/>
            <p:nvPr/>
          </p:nvSpPr>
          <p:spPr>
            <a:xfrm rot="5400013">
              <a:off x="7002264" y="5650050"/>
              <a:ext cx="1907036" cy="1695882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custDash>
                <a:ds d="300000" sp="3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CO" sz="1767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6" name="Rectángulo 8">
              <a:extLst>
                <a:ext uri="{FF2B5EF4-FFF2-40B4-BE49-F238E27FC236}">
                  <a16:creationId xmlns:a16="http://schemas.microsoft.com/office/drawing/2014/main" id="{2E2233E7-F816-4664-5EAD-95AA31A23211}"/>
                </a:ext>
              </a:extLst>
            </p:cNvPr>
            <p:cNvSpPr/>
            <p:nvPr/>
          </p:nvSpPr>
          <p:spPr>
            <a:xfrm rot="5400013">
              <a:off x="5158322" y="5650050"/>
              <a:ext cx="1907036" cy="1695882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custDash>
                <a:ds d="300000" sp="3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CO" sz="1767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7" name="Rectángulo 10">
              <a:extLst>
                <a:ext uri="{FF2B5EF4-FFF2-40B4-BE49-F238E27FC236}">
                  <a16:creationId xmlns:a16="http://schemas.microsoft.com/office/drawing/2014/main" id="{ACD9B484-84CC-65E1-5F0D-41A1E911CD9E}"/>
                </a:ext>
              </a:extLst>
            </p:cNvPr>
            <p:cNvSpPr/>
            <p:nvPr/>
          </p:nvSpPr>
          <p:spPr>
            <a:xfrm rot="5400013">
              <a:off x="3314389" y="5650050"/>
              <a:ext cx="1907036" cy="1695882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custDash>
                <a:ds d="300000" sp="3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CO" sz="1767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pic>
          <p:nvPicPr>
            <p:cNvPr id="8" name="Picture 2" descr="Comida de perro - Iconos gratis de animales">
              <a:extLst>
                <a:ext uri="{FF2B5EF4-FFF2-40B4-BE49-F238E27FC236}">
                  <a16:creationId xmlns:a16="http://schemas.microsoft.com/office/drawing/2014/main" id="{E30AD988-F14F-A8A0-16BC-873E6FA60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>
            <a:xfrm rot="5400013">
              <a:off x="5169542" y="5638830"/>
              <a:ext cx="1884596" cy="1695882"/>
            </a:xfrm>
            <a:prstGeom prst="rect">
              <a:avLst/>
            </a:prstGeom>
            <a:noFill/>
            <a:ln cap="flat">
              <a:noFill/>
            </a:ln>
          </p:spPr>
        </p:pic>
      </p:grpSp>
      <p:grpSp>
        <p:nvGrpSpPr>
          <p:cNvPr id="9" name="Grupo 2">
            <a:extLst>
              <a:ext uri="{FF2B5EF4-FFF2-40B4-BE49-F238E27FC236}">
                <a16:creationId xmlns:a16="http://schemas.microsoft.com/office/drawing/2014/main" id="{FD8078FF-E68D-12AB-4AD9-D2801CA95B57}"/>
              </a:ext>
            </a:extLst>
          </p:cNvPr>
          <p:cNvGrpSpPr/>
          <p:nvPr/>
        </p:nvGrpSpPr>
        <p:grpSpPr>
          <a:xfrm>
            <a:off x="3477135" y="194967"/>
            <a:ext cx="5443267" cy="1865193"/>
            <a:chOff x="3477135" y="194967"/>
            <a:chExt cx="5443267" cy="1865193"/>
          </a:xfrm>
        </p:grpSpPr>
        <p:pic>
          <p:nvPicPr>
            <p:cNvPr id="10" name="Picture 4" descr="Trace and color cute Easter bunny. Worksheet for children. 5494411 Vector  Art at Vecteezy">
              <a:extLst>
                <a:ext uri="{FF2B5EF4-FFF2-40B4-BE49-F238E27FC236}">
                  <a16:creationId xmlns:a16="http://schemas.microsoft.com/office/drawing/2014/main" id="{0EE674E8-C54F-6CB1-E7CA-F57CFA10803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7700" t="21933" r="55042" b="11628"/>
            <a:stretch>
              <a:fillRect/>
            </a:stretch>
          </p:blipFill>
          <p:spPr>
            <a:xfrm rot="5400013">
              <a:off x="3713666" y="329709"/>
              <a:ext cx="1360490" cy="1595701"/>
            </a:xfrm>
            <a:prstGeom prst="rect">
              <a:avLst/>
            </a:prstGeom>
            <a:noFill/>
            <a:ln cap="flat">
              <a:noFill/>
            </a:ln>
          </p:spPr>
        </p:pic>
        <p:grpSp>
          <p:nvGrpSpPr>
            <p:cNvPr id="11" name="Grupo 1">
              <a:extLst>
                <a:ext uri="{FF2B5EF4-FFF2-40B4-BE49-F238E27FC236}">
                  <a16:creationId xmlns:a16="http://schemas.microsoft.com/office/drawing/2014/main" id="{D81849FF-443F-A9F1-439F-D008747BC664}"/>
                </a:ext>
              </a:extLst>
            </p:cNvPr>
            <p:cNvGrpSpPr/>
            <p:nvPr/>
          </p:nvGrpSpPr>
          <p:grpSpPr>
            <a:xfrm>
              <a:off x="3477135" y="194967"/>
              <a:ext cx="5443267" cy="1865193"/>
              <a:chOff x="3477135" y="194967"/>
              <a:chExt cx="5443267" cy="1865193"/>
            </a:xfrm>
          </p:grpSpPr>
          <p:sp>
            <p:nvSpPr>
              <p:cNvPr id="12" name="Rectángulo 5">
                <a:extLst>
                  <a:ext uri="{FF2B5EF4-FFF2-40B4-BE49-F238E27FC236}">
                    <a16:creationId xmlns:a16="http://schemas.microsoft.com/office/drawing/2014/main" id="{F6A1C6D5-A993-4908-1563-C9CCFEC77EAF}"/>
                  </a:ext>
                </a:extLst>
              </p:cNvPr>
              <p:cNvSpPr/>
              <p:nvPr/>
            </p:nvSpPr>
            <p:spPr>
              <a:xfrm rot="5400013">
                <a:off x="7130491" y="270250"/>
                <a:ext cx="1865193" cy="1714628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custDash>
                  <a:ds d="300000" sp="3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s-CO" sz="1767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endParaRPr>
              </a:p>
            </p:txBody>
          </p:sp>
          <p:sp>
            <p:nvSpPr>
              <p:cNvPr id="13" name="Rectángulo 7">
                <a:extLst>
                  <a:ext uri="{FF2B5EF4-FFF2-40B4-BE49-F238E27FC236}">
                    <a16:creationId xmlns:a16="http://schemas.microsoft.com/office/drawing/2014/main" id="{03796286-B5C3-2967-C6F8-0137683BE087}"/>
                  </a:ext>
                </a:extLst>
              </p:cNvPr>
              <p:cNvSpPr/>
              <p:nvPr/>
            </p:nvSpPr>
            <p:spPr>
              <a:xfrm rot="5400013">
                <a:off x="5266176" y="270250"/>
                <a:ext cx="1865193" cy="1714628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custDash>
                  <a:ds d="300000" sp="3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s-CO" sz="1767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endParaRPr>
              </a:p>
            </p:txBody>
          </p:sp>
          <p:sp>
            <p:nvSpPr>
              <p:cNvPr id="14" name="Rectángulo 9">
                <a:extLst>
                  <a:ext uri="{FF2B5EF4-FFF2-40B4-BE49-F238E27FC236}">
                    <a16:creationId xmlns:a16="http://schemas.microsoft.com/office/drawing/2014/main" id="{00251954-9E80-AD83-A1C6-EB8930D22A52}"/>
                  </a:ext>
                </a:extLst>
              </p:cNvPr>
              <p:cNvSpPr/>
              <p:nvPr/>
            </p:nvSpPr>
            <p:spPr>
              <a:xfrm rot="5400013">
                <a:off x="3401852" y="270250"/>
                <a:ext cx="1865193" cy="1714628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custDash>
                  <a:ds d="300000" sp="3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s-CO" sz="1767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endParaRPr>
              </a:p>
            </p:txBody>
          </p:sp>
          <p:pic>
            <p:nvPicPr>
              <p:cNvPr id="15" name="Picture 4" descr="Little puppy trace and color picture children Vector Image">
                <a:extLst>
                  <a:ext uri="{FF2B5EF4-FFF2-40B4-BE49-F238E27FC236}">
                    <a16:creationId xmlns:a16="http://schemas.microsoft.com/office/drawing/2014/main" id="{CC58AEA8-33F0-4EE2-78F8-43A2199614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51899" t="29896" r="8802" b="27067"/>
              <a:stretch>
                <a:fillRect/>
              </a:stretch>
            </p:blipFill>
            <p:spPr>
              <a:xfrm rot="5400013">
                <a:off x="7091387" y="370584"/>
                <a:ext cx="1771247" cy="1420017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6" name="Picture 6" descr="Trace and color cute gray cat. Worksheet for children. 10226176 Vector Art  at Vecteezy">
                <a:extLst>
                  <a:ext uri="{FF2B5EF4-FFF2-40B4-BE49-F238E27FC236}">
                    <a16:creationId xmlns:a16="http://schemas.microsoft.com/office/drawing/2014/main" id="{84EC1F82-FFA5-053C-1FD8-5CADBDCC2C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260" t="27917" r="53056" b="11479"/>
              <a:stretch>
                <a:fillRect/>
              </a:stretch>
            </p:blipFill>
            <p:spPr>
              <a:xfrm rot="5400013">
                <a:off x="5392348" y="337464"/>
                <a:ext cx="1612837" cy="1580202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</p:grpSp>
      <p:pic>
        <p:nvPicPr>
          <p:cNvPr id="17" name="Picture 2" descr="Premium Vector | Cut and glue game for kids with cute horse. cutting  practice for preschoolers.">
            <a:extLst>
              <a:ext uri="{FF2B5EF4-FFF2-40B4-BE49-F238E27FC236}">
                <a16:creationId xmlns:a16="http://schemas.microsoft.com/office/drawing/2014/main" id="{78FB4632-60A1-6B8F-0199-CDEB9DB208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72" t="9359" r="13304" b="48468"/>
          <a:stretch>
            <a:fillRect/>
          </a:stretch>
        </p:blipFill>
        <p:spPr>
          <a:xfrm rot="5400013">
            <a:off x="-1979695" y="2208751"/>
            <a:ext cx="7454435" cy="322595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8" name="Imagen 19">
            <a:extLst>
              <a:ext uri="{FF2B5EF4-FFF2-40B4-BE49-F238E27FC236}">
                <a16:creationId xmlns:a16="http://schemas.microsoft.com/office/drawing/2014/main" id="{1C7AEFB9-7149-BADC-A60B-3A2CAC4184F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5427" t="21568" r="45264" b="27626"/>
          <a:stretch>
            <a:fillRect/>
          </a:stretch>
        </p:blipFill>
        <p:spPr>
          <a:xfrm rot="5400013">
            <a:off x="8988857" y="99281"/>
            <a:ext cx="677131" cy="66759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9" name="Imagen 20">
            <a:extLst>
              <a:ext uri="{FF2B5EF4-FFF2-40B4-BE49-F238E27FC236}">
                <a16:creationId xmlns:a16="http://schemas.microsoft.com/office/drawing/2014/main" id="{3CA18F39-283F-6ED3-7EED-B80EDDCB9CB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4344" t="40393" r="19049" b="27625"/>
          <a:stretch>
            <a:fillRect/>
          </a:stretch>
        </p:blipFill>
        <p:spPr>
          <a:xfrm rot="5400013">
            <a:off x="8842856" y="6869681"/>
            <a:ext cx="1069271" cy="73098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3181AED3-3799-85EF-DA7E-61E2EB878D10}"/>
              </a:ext>
            </a:extLst>
          </p:cNvPr>
          <p:cNvSpPr txBox="1"/>
          <p:nvPr/>
        </p:nvSpPr>
        <p:spPr>
          <a:xfrm rot="5400000">
            <a:off x="7741908" y="3430926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Antonella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0E880809-BDC0-5A02-26AD-6471CC1107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290" t="31788" r="51099" b="13207"/>
          <a:stretch>
            <a:fillRect/>
          </a:stretch>
        </p:blipFill>
        <p:spPr>
          <a:xfrm rot="5400013">
            <a:off x="5385843" y="346877"/>
            <a:ext cx="1441487" cy="125668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Rectángulo 4">
            <a:extLst>
              <a:ext uri="{FF2B5EF4-FFF2-40B4-BE49-F238E27FC236}">
                <a16:creationId xmlns:a16="http://schemas.microsoft.com/office/drawing/2014/main" id="{733B1E95-3EBC-3FE8-7F0C-492271F50472}"/>
              </a:ext>
            </a:extLst>
          </p:cNvPr>
          <p:cNvSpPr/>
          <p:nvPr/>
        </p:nvSpPr>
        <p:spPr>
          <a:xfrm rot="5400013">
            <a:off x="7246112" y="135381"/>
            <a:ext cx="1423985" cy="1630375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7030A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Rectángulo 5">
            <a:extLst>
              <a:ext uri="{FF2B5EF4-FFF2-40B4-BE49-F238E27FC236}">
                <a16:creationId xmlns:a16="http://schemas.microsoft.com/office/drawing/2014/main" id="{76FF864B-E426-5125-C0D2-9F5F8D396D7E}"/>
              </a:ext>
            </a:extLst>
          </p:cNvPr>
          <p:cNvSpPr/>
          <p:nvPr/>
        </p:nvSpPr>
        <p:spPr>
          <a:xfrm rot="5400013">
            <a:off x="5427037" y="150317"/>
            <a:ext cx="1408084" cy="1616421"/>
          </a:xfrm>
          <a:prstGeom prst="rect">
            <a:avLst/>
          </a:prstGeom>
          <a:noFill/>
          <a:ln w="38103" cap="flat">
            <a:solidFill>
              <a:srgbClr val="00B0F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Rectángulo 6">
            <a:extLst>
              <a:ext uri="{FF2B5EF4-FFF2-40B4-BE49-F238E27FC236}">
                <a16:creationId xmlns:a16="http://schemas.microsoft.com/office/drawing/2014/main" id="{38060F9B-7209-0945-A7C8-50D2BD10F9CF}"/>
              </a:ext>
            </a:extLst>
          </p:cNvPr>
          <p:cNvSpPr/>
          <p:nvPr/>
        </p:nvSpPr>
        <p:spPr>
          <a:xfrm rot="5400013">
            <a:off x="3635673" y="107651"/>
            <a:ext cx="1336724" cy="1630375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FF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Rectángulo 7">
            <a:extLst>
              <a:ext uri="{FF2B5EF4-FFF2-40B4-BE49-F238E27FC236}">
                <a16:creationId xmlns:a16="http://schemas.microsoft.com/office/drawing/2014/main" id="{158416AA-DD09-A6CB-D717-97A2A286D3CB}"/>
              </a:ext>
            </a:extLst>
          </p:cNvPr>
          <p:cNvSpPr/>
          <p:nvPr/>
        </p:nvSpPr>
        <p:spPr>
          <a:xfrm rot="5400013">
            <a:off x="7483495" y="6204771"/>
            <a:ext cx="1245778" cy="1544878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B0F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7" name="Picture 2" descr="Página para colorear de estanque » Descarga gratuita » Artus Art">
            <a:extLst>
              <a:ext uri="{FF2B5EF4-FFF2-40B4-BE49-F238E27FC236}">
                <a16:creationId xmlns:a16="http://schemas.microsoft.com/office/drawing/2014/main" id="{B25BEF3D-C393-20C0-6C9E-42DA832172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5400013">
            <a:off x="7520071" y="6283766"/>
            <a:ext cx="1119563" cy="13868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Rectángulo 13">
            <a:extLst>
              <a:ext uri="{FF2B5EF4-FFF2-40B4-BE49-F238E27FC236}">
                <a16:creationId xmlns:a16="http://schemas.microsoft.com/office/drawing/2014/main" id="{027B79DE-C912-6F29-2FA1-CA36A7861C3C}"/>
              </a:ext>
            </a:extLst>
          </p:cNvPr>
          <p:cNvSpPr/>
          <p:nvPr/>
        </p:nvSpPr>
        <p:spPr>
          <a:xfrm rot="5400013">
            <a:off x="5800349" y="6194429"/>
            <a:ext cx="1245778" cy="1439357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FF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Rectángulo 14">
            <a:extLst>
              <a:ext uri="{FF2B5EF4-FFF2-40B4-BE49-F238E27FC236}">
                <a16:creationId xmlns:a16="http://schemas.microsoft.com/office/drawing/2014/main" id="{CF39A520-716A-8122-29F4-6DFAA0708B3D}"/>
              </a:ext>
            </a:extLst>
          </p:cNvPr>
          <p:cNvSpPr/>
          <p:nvPr/>
        </p:nvSpPr>
        <p:spPr>
          <a:xfrm rot="5400013">
            <a:off x="4093796" y="6227402"/>
            <a:ext cx="1245778" cy="1470592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7030A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10" name="Picture 4" descr="Granja Para Colorear">
            <a:extLst>
              <a:ext uri="{FF2B5EF4-FFF2-40B4-BE49-F238E27FC236}">
                <a16:creationId xmlns:a16="http://schemas.microsoft.com/office/drawing/2014/main" id="{BF480134-C52F-B9D2-2E02-DE50C7D0656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 rot="5400013">
            <a:off x="5958591" y="6540396"/>
            <a:ext cx="987359" cy="97403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12" descr="Premium Vector | Trace and color for kids horse vector">
            <a:extLst>
              <a:ext uri="{FF2B5EF4-FFF2-40B4-BE49-F238E27FC236}">
                <a16:creationId xmlns:a16="http://schemas.microsoft.com/office/drawing/2014/main" id="{7CA79124-D3A1-4384-832B-E62D291B730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870" t="30198" r="6944" b="5871"/>
          <a:stretch>
            <a:fillRect/>
          </a:stretch>
        </p:blipFill>
        <p:spPr>
          <a:xfrm rot="5400013">
            <a:off x="3845244" y="297372"/>
            <a:ext cx="1178725" cy="125288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Picture 6" descr="Dibujo de Casa de perro para colorear | Dibujos para colorear imprimir  gratis">
            <a:extLst>
              <a:ext uri="{FF2B5EF4-FFF2-40B4-BE49-F238E27FC236}">
                <a16:creationId xmlns:a16="http://schemas.microsoft.com/office/drawing/2014/main" id="{9E6EBA5F-B766-54D0-AB22-FCA057C6DA7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 rot="5400013">
            <a:off x="4171904" y="6458782"/>
            <a:ext cx="1089553" cy="103507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Picture 8" descr="Little puppy trace and color picture children Vector Image">
            <a:extLst>
              <a:ext uri="{FF2B5EF4-FFF2-40B4-BE49-F238E27FC236}">
                <a16:creationId xmlns:a16="http://schemas.microsoft.com/office/drawing/2014/main" id="{E2BD9380-B11D-8DBC-5E3A-6C9B38D523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977" t="31808" r="8751" b="28112"/>
          <a:stretch>
            <a:fillRect/>
          </a:stretch>
        </p:blipFill>
        <p:spPr>
          <a:xfrm rot="5400013">
            <a:off x="7127080" y="444637"/>
            <a:ext cx="1254081" cy="100724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Picture 10" descr="Premium Vector | Cut and glue game for kids cute turkey">
            <a:extLst>
              <a:ext uri="{FF2B5EF4-FFF2-40B4-BE49-F238E27FC236}">
                <a16:creationId xmlns:a16="http://schemas.microsoft.com/office/drawing/2014/main" id="{10F7C227-6CA1-97C9-D930-024C83045B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29" t="9285" r="13151" b="48890"/>
          <a:stretch>
            <a:fillRect/>
          </a:stretch>
        </p:blipFill>
        <p:spPr>
          <a:xfrm rot="5400013">
            <a:off x="-1234633" y="2152616"/>
            <a:ext cx="5818967" cy="341023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Imagen 17">
            <a:extLst>
              <a:ext uri="{FF2B5EF4-FFF2-40B4-BE49-F238E27FC236}">
                <a16:creationId xmlns:a16="http://schemas.microsoft.com/office/drawing/2014/main" id="{223064C5-E4D7-2736-25E3-8A0AF3F1E2D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5427" t="21568" r="45264" b="27626"/>
          <a:stretch>
            <a:fillRect/>
          </a:stretch>
        </p:blipFill>
        <p:spPr>
          <a:xfrm rot="5400013">
            <a:off x="8936905" y="167828"/>
            <a:ext cx="760378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6" name="Imagen 20">
            <a:extLst>
              <a:ext uri="{FF2B5EF4-FFF2-40B4-BE49-F238E27FC236}">
                <a16:creationId xmlns:a16="http://schemas.microsoft.com/office/drawing/2014/main" id="{BF52DD8A-0569-2C6D-1696-2C7144640ED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4364" t="37841" r="19049" b="27625"/>
          <a:stretch>
            <a:fillRect/>
          </a:stretch>
        </p:blipFill>
        <p:spPr>
          <a:xfrm rot="5400013">
            <a:off x="8816818" y="6717886"/>
            <a:ext cx="1014764" cy="74966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C2074C13-3254-C53E-3B4F-A8DBF104AD13}"/>
              </a:ext>
            </a:extLst>
          </p:cNvPr>
          <p:cNvSpPr txBox="1"/>
          <p:nvPr/>
        </p:nvSpPr>
        <p:spPr>
          <a:xfrm rot="5400000">
            <a:off x="7741908" y="3430926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Isaac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4" descr="Trace and color cute colorful Easter egg. Worksheet for children. 5360154  Vector Art at Vecteezy">
            <a:extLst>
              <a:ext uri="{FF2B5EF4-FFF2-40B4-BE49-F238E27FC236}">
                <a16:creationId xmlns:a16="http://schemas.microsoft.com/office/drawing/2014/main" id="{94701411-0A8C-6F1A-A9C1-42A097880D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406" t="22205" r="54716" b="14471"/>
          <a:stretch>
            <a:fillRect/>
          </a:stretch>
        </p:blipFill>
        <p:spPr>
          <a:xfrm>
            <a:off x="94960" y="967206"/>
            <a:ext cx="5151574" cy="680836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9838F701-5E60-CCB1-8C7F-18B2D74E1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174" t="21083" r="7568" b="12478"/>
          <a:stretch>
            <a:fillRect/>
          </a:stretch>
        </p:blipFill>
        <p:spPr>
          <a:xfrm>
            <a:off x="5297914" y="603997"/>
            <a:ext cx="1168584" cy="147342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40453EB6-C1FD-142D-FD3B-EFCF3FC3920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309" t="28700" r="6007" b="10696"/>
          <a:stretch>
            <a:fillRect/>
          </a:stretch>
        </p:blipFill>
        <p:spPr>
          <a:xfrm>
            <a:off x="8195355" y="769522"/>
            <a:ext cx="1154814" cy="121631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Rectángulo 6">
            <a:extLst>
              <a:ext uri="{FF2B5EF4-FFF2-40B4-BE49-F238E27FC236}">
                <a16:creationId xmlns:a16="http://schemas.microsoft.com/office/drawing/2014/main" id="{CDF4FE41-C586-7AE9-F0DF-D2150E9CCCE3}"/>
              </a:ext>
            </a:extLst>
          </p:cNvPr>
          <p:cNvSpPr/>
          <p:nvPr/>
        </p:nvSpPr>
        <p:spPr>
          <a:xfrm>
            <a:off x="5328812" y="605479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Rectángulo 7">
            <a:extLst>
              <a:ext uri="{FF2B5EF4-FFF2-40B4-BE49-F238E27FC236}">
                <a16:creationId xmlns:a16="http://schemas.microsoft.com/office/drawing/2014/main" id="{4D995A05-0488-CC71-6703-5A5D496FCAA3}"/>
              </a:ext>
            </a:extLst>
          </p:cNvPr>
          <p:cNvSpPr/>
          <p:nvPr/>
        </p:nvSpPr>
        <p:spPr>
          <a:xfrm>
            <a:off x="8100843" y="642457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Rectángulo 8">
            <a:extLst>
              <a:ext uri="{FF2B5EF4-FFF2-40B4-BE49-F238E27FC236}">
                <a16:creationId xmlns:a16="http://schemas.microsoft.com/office/drawing/2014/main" id="{3D2764F9-A633-0D6C-A76B-8226BE9FA7F3}"/>
              </a:ext>
            </a:extLst>
          </p:cNvPr>
          <p:cNvSpPr/>
          <p:nvPr/>
        </p:nvSpPr>
        <p:spPr>
          <a:xfrm>
            <a:off x="5328812" y="6153409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8" name="Rectángulo 9">
            <a:extLst>
              <a:ext uri="{FF2B5EF4-FFF2-40B4-BE49-F238E27FC236}">
                <a16:creationId xmlns:a16="http://schemas.microsoft.com/office/drawing/2014/main" id="{50DD9EB0-CD1A-7044-FDA3-E008116B235D}"/>
              </a:ext>
            </a:extLst>
          </p:cNvPr>
          <p:cNvSpPr/>
          <p:nvPr/>
        </p:nvSpPr>
        <p:spPr>
          <a:xfrm>
            <a:off x="8100843" y="6190387"/>
            <a:ext cx="1343838" cy="1470455"/>
          </a:xfrm>
          <a:prstGeom prst="rect">
            <a:avLst/>
          </a:prstGeom>
          <a:noFill/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MX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cxnSp>
        <p:nvCxnSpPr>
          <p:cNvPr id="9" name="Conector recto 11">
            <a:extLst>
              <a:ext uri="{FF2B5EF4-FFF2-40B4-BE49-F238E27FC236}">
                <a16:creationId xmlns:a16="http://schemas.microsoft.com/office/drawing/2014/main" id="{299F7BC6-0A6F-B45F-653C-8688340DC212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6000731" y="2075934"/>
            <a:ext cx="0" cy="4077475"/>
          </a:xfrm>
          <a:prstGeom prst="straightConnector1">
            <a:avLst/>
          </a:prstGeom>
          <a:noFill/>
          <a:ln w="38103" cap="flat">
            <a:solidFill>
              <a:srgbClr val="156082"/>
            </a:solidFill>
            <a:custDash>
              <a:ds d="299976" sp="299976"/>
            </a:custDash>
            <a:miter/>
          </a:ln>
        </p:spPr>
      </p:cxnSp>
      <p:cxnSp>
        <p:nvCxnSpPr>
          <p:cNvPr id="10" name="Conector recto 13">
            <a:extLst>
              <a:ext uri="{FF2B5EF4-FFF2-40B4-BE49-F238E27FC236}">
                <a16:creationId xmlns:a16="http://schemas.microsoft.com/office/drawing/2014/main" id="{6D6CC55D-4F90-AAAE-D887-2420199D45F9}"/>
              </a:ext>
            </a:extLst>
          </p:cNvPr>
          <p:cNvCxnSpPr/>
          <p:nvPr/>
        </p:nvCxnSpPr>
        <p:spPr>
          <a:xfrm>
            <a:off x="8846902" y="2112913"/>
            <a:ext cx="0" cy="4077474"/>
          </a:xfrm>
          <a:prstGeom prst="straightConnector1">
            <a:avLst/>
          </a:prstGeom>
          <a:noFill/>
          <a:ln w="38103" cap="flat">
            <a:solidFill>
              <a:srgbClr val="156082"/>
            </a:solidFill>
            <a:custDash>
              <a:ds d="299976" sp="299976"/>
            </a:custDash>
            <a:miter/>
          </a:ln>
        </p:spPr>
      </p:cxnSp>
      <p:pic>
        <p:nvPicPr>
          <p:cNvPr id="11" name="Imagen 14">
            <a:extLst>
              <a:ext uri="{FF2B5EF4-FFF2-40B4-BE49-F238E27FC236}">
                <a16:creationId xmlns:a16="http://schemas.microsoft.com/office/drawing/2014/main" id="{5E3C4FB0-A955-D791-C366-6D0E8F689F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427" t="21568" r="45264" b="27626"/>
          <a:stretch>
            <a:fillRect/>
          </a:stretch>
        </p:blipFill>
        <p:spPr>
          <a:xfrm>
            <a:off x="15197" y="19860"/>
            <a:ext cx="760378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Imagen 15">
            <a:extLst>
              <a:ext uri="{FF2B5EF4-FFF2-40B4-BE49-F238E27FC236}">
                <a16:creationId xmlns:a16="http://schemas.microsoft.com/office/drawing/2014/main" id="{E4F047D7-4672-DE59-E2EF-6BA03B22CB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364" t="37841" r="19049" b="27625"/>
          <a:stretch>
            <a:fillRect/>
          </a:stretch>
        </p:blipFill>
        <p:spPr>
          <a:xfrm>
            <a:off x="4283150" y="6997537"/>
            <a:ext cx="1014764" cy="74966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CDDE214C-C562-F0A8-E356-B2968CB5C379}"/>
              </a:ext>
            </a:extLst>
          </p:cNvPr>
          <p:cNvSpPr txBox="1"/>
          <p:nvPr/>
        </p:nvSpPr>
        <p:spPr>
          <a:xfrm>
            <a:off x="1210663" y="222032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Isaac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F25ECFBA-14C9-FDFA-89C0-455686AEE15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2342" t="33957" r="3047" b="11039"/>
          <a:stretch>
            <a:fillRect/>
          </a:stretch>
        </p:blipFill>
        <p:spPr>
          <a:xfrm>
            <a:off x="8146490" y="3365321"/>
            <a:ext cx="1392786" cy="121422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Imagen 3">
            <a:extLst>
              <a:ext uri="{FF2B5EF4-FFF2-40B4-BE49-F238E27FC236}">
                <a16:creationId xmlns:a16="http://schemas.microsoft.com/office/drawing/2014/main" id="{C2CB67F7-6DFF-2BEE-40E2-135CD22CBB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957" t="49868" r="22151" b="10500"/>
          <a:stretch>
            <a:fillRect/>
          </a:stretch>
        </p:blipFill>
        <p:spPr>
          <a:xfrm>
            <a:off x="289279" y="1520628"/>
            <a:ext cx="4710357" cy="560588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2" descr="Duck Coloring Page - Little Bee Family">
            <a:extLst>
              <a:ext uri="{FF2B5EF4-FFF2-40B4-BE49-F238E27FC236}">
                <a16:creationId xmlns:a16="http://schemas.microsoft.com/office/drawing/2014/main" id="{DED132AB-D086-284C-8EA8-D3CDCFAEB91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946" t="10582" r="11755" b="22745"/>
          <a:stretch>
            <a:fillRect/>
          </a:stretch>
        </p:blipFill>
        <p:spPr>
          <a:xfrm>
            <a:off x="0" y="1139808"/>
            <a:ext cx="1197662" cy="133674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2" descr="Duck Coloring Page - Little Bee Family">
            <a:extLst>
              <a:ext uri="{FF2B5EF4-FFF2-40B4-BE49-F238E27FC236}">
                <a16:creationId xmlns:a16="http://schemas.microsoft.com/office/drawing/2014/main" id="{4F1D0B17-E59B-504E-C2C9-6CBA87E0DAD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946" t="10582" r="11755" b="22745"/>
          <a:stretch>
            <a:fillRect/>
          </a:stretch>
        </p:blipFill>
        <p:spPr>
          <a:xfrm>
            <a:off x="4729724" y="6237954"/>
            <a:ext cx="1296143" cy="1446663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6" name="Tabla 8">
            <a:extLst>
              <a:ext uri="{FF2B5EF4-FFF2-40B4-BE49-F238E27FC236}">
                <a16:creationId xmlns:a16="http://schemas.microsoft.com/office/drawing/2014/main" id="{EF7F4782-EBB8-5178-9442-B0363727D75A}"/>
              </a:ext>
            </a:extLst>
          </p:cNvPr>
          <p:cNvGraphicFramePr>
            <a:graphicFrameLocks noGrp="1"/>
          </p:cNvGraphicFramePr>
          <p:nvPr/>
        </p:nvGraphicFramePr>
        <p:xfrm>
          <a:off x="5183980" y="661696"/>
          <a:ext cx="4447932" cy="5320488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482644">
                  <a:extLst>
                    <a:ext uri="{9D8B030D-6E8A-4147-A177-3AD203B41FA5}">
                      <a16:colId xmlns:a16="http://schemas.microsoft.com/office/drawing/2014/main" val="3254176717"/>
                    </a:ext>
                  </a:extLst>
                </a:gridCol>
                <a:gridCol w="1482644">
                  <a:extLst>
                    <a:ext uri="{9D8B030D-6E8A-4147-A177-3AD203B41FA5}">
                      <a16:colId xmlns:a16="http://schemas.microsoft.com/office/drawing/2014/main" val="2862647186"/>
                    </a:ext>
                  </a:extLst>
                </a:gridCol>
                <a:gridCol w="1482644">
                  <a:extLst>
                    <a:ext uri="{9D8B030D-6E8A-4147-A177-3AD203B41FA5}">
                      <a16:colId xmlns:a16="http://schemas.microsoft.com/office/drawing/2014/main" val="2327135914"/>
                    </a:ext>
                  </a:extLst>
                </a:gridCol>
              </a:tblGrid>
              <a:tr h="1330122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2687932"/>
                  </a:ext>
                </a:extLst>
              </a:tr>
              <a:tr h="1330122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2575057"/>
                  </a:ext>
                </a:extLst>
              </a:tr>
              <a:tr h="1330122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326139"/>
                  </a:ext>
                </a:extLst>
              </a:tr>
              <a:tr h="1330122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8103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3708307"/>
                  </a:ext>
                </a:extLst>
              </a:tr>
            </a:tbl>
          </a:graphicData>
        </a:graphic>
      </p:graphicFrame>
      <p:pic>
        <p:nvPicPr>
          <p:cNvPr id="7" name="Picture 8" descr="Trace And Color Duck Vector Art, Icons, and Graphics for Free Download">
            <a:extLst>
              <a:ext uri="{FF2B5EF4-FFF2-40B4-BE49-F238E27FC236}">
                <a16:creationId xmlns:a16="http://schemas.microsoft.com/office/drawing/2014/main" id="{27A0A278-11CD-2937-5C70-D1AD5689907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2342" t="33957" r="3047" b="11039"/>
          <a:stretch>
            <a:fillRect/>
          </a:stretch>
        </p:blipFill>
        <p:spPr>
          <a:xfrm>
            <a:off x="5209885" y="3424053"/>
            <a:ext cx="1392786" cy="121422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10" descr="Trace and color cute cartoon colorful parrot. Worksheet for children.  36065205 Vector Art at Vecteezy">
            <a:extLst>
              <a:ext uri="{FF2B5EF4-FFF2-40B4-BE49-F238E27FC236}">
                <a16:creationId xmlns:a16="http://schemas.microsoft.com/office/drawing/2014/main" id="{2DAAF059-B533-693A-A95E-9C01AD7B5CF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9649" t="23525" r="7302" b="4836"/>
          <a:stretch>
            <a:fillRect/>
          </a:stretch>
        </p:blipFill>
        <p:spPr>
          <a:xfrm>
            <a:off x="5428856" y="777066"/>
            <a:ext cx="954834" cy="112301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10" descr="Trace and color cute cartoon colorful parrot. Worksheet for children.  36065205 Vector Art at Vecteezy">
            <a:extLst>
              <a:ext uri="{FF2B5EF4-FFF2-40B4-BE49-F238E27FC236}">
                <a16:creationId xmlns:a16="http://schemas.microsoft.com/office/drawing/2014/main" id="{DCDD14EE-2223-CDC8-6EEF-1B03D9EEE6A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9649" t="23525" r="7302" b="4836"/>
          <a:stretch>
            <a:fillRect/>
          </a:stretch>
        </p:blipFill>
        <p:spPr>
          <a:xfrm>
            <a:off x="8458757" y="777066"/>
            <a:ext cx="954834" cy="112301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Picture 4" descr="Trace and color cute pig space worksheet for kids Vector Image">
            <a:extLst>
              <a:ext uri="{FF2B5EF4-FFF2-40B4-BE49-F238E27FC236}">
                <a16:creationId xmlns:a16="http://schemas.microsoft.com/office/drawing/2014/main" id="{CC6C4D71-E439-2BA0-FC77-1100EE27216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2647" t="31222" r="6193" b="19386"/>
          <a:stretch>
            <a:fillRect/>
          </a:stretch>
        </p:blipFill>
        <p:spPr>
          <a:xfrm>
            <a:off x="6823280" y="777066"/>
            <a:ext cx="1141134" cy="10763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B1736F23-079D-A3C1-3CB7-D7800AE4FE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867" t="29465" r="5449" b="9931"/>
          <a:stretch>
            <a:fillRect/>
          </a:stretch>
        </p:blipFill>
        <p:spPr>
          <a:xfrm>
            <a:off x="6863212" y="3398678"/>
            <a:ext cx="1089489" cy="114750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Imagen 15">
            <a:extLst>
              <a:ext uri="{FF2B5EF4-FFF2-40B4-BE49-F238E27FC236}">
                <a16:creationId xmlns:a16="http://schemas.microsoft.com/office/drawing/2014/main" id="{928E3E36-D3D1-6863-0820-F7DD53E2DF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>
            <a:off x="0" y="34335"/>
            <a:ext cx="760378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Imagen 16">
            <a:extLst>
              <a:ext uri="{FF2B5EF4-FFF2-40B4-BE49-F238E27FC236}">
                <a16:creationId xmlns:a16="http://schemas.microsoft.com/office/drawing/2014/main" id="{AD2EBAE4-D81D-C9D8-4355-42BFB4A987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364" t="37841" r="19049" b="27625"/>
          <a:stretch>
            <a:fillRect/>
          </a:stretch>
        </p:blipFill>
        <p:spPr>
          <a:xfrm>
            <a:off x="8742011" y="6934946"/>
            <a:ext cx="1014764" cy="74966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D5F79A67-7A75-DB52-580C-24201521AC2C}"/>
              </a:ext>
            </a:extLst>
          </p:cNvPr>
          <p:cNvSpPr txBox="1"/>
          <p:nvPr/>
        </p:nvSpPr>
        <p:spPr>
          <a:xfrm>
            <a:off x="1226279" y="484782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Isaac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upo 2">
            <a:extLst>
              <a:ext uri="{FF2B5EF4-FFF2-40B4-BE49-F238E27FC236}">
                <a16:creationId xmlns:a16="http://schemas.microsoft.com/office/drawing/2014/main" id="{2E911760-4F88-169C-6717-FE0382BB471F}"/>
              </a:ext>
            </a:extLst>
          </p:cNvPr>
          <p:cNvGrpSpPr/>
          <p:nvPr/>
        </p:nvGrpSpPr>
        <p:grpSpPr>
          <a:xfrm>
            <a:off x="3245680" y="6498659"/>
            <a:ext cx="5605555" cy="1161544"/>
            <a:chOff x="3245680" y="6498659"/>
            <a:chExt cx="5605555" cy="1161544"/>
          </a:xfrm>
        </p:grpSpPr>
        <p:grpSp>
          <p:nvGrpSpPr>
            <p:cNvPr id="3" name="Grupo 1">
              <a:extLst>
                <a:ext uri="{FF2B5EF4-FFF2-40B4-BE49-F238E27FC236}">
                  <a16:creationId xmlns:a16="http://schemas.microsoft.com/office/drawing/2014/main" id="{75273349-3C41-A896-7791-9D2C4CD0D2B4}"/>
                </a:ext>
              </a:extLst>
            </p:cNvPr>
            <p:cNvGrpSpPr/>
            <p:nvPr/>
          </p:nvGrpSpPr>
          <p:grpSpPr>
            <a:xfrm>
              <a:off x="3245680" y="6498659"/>
              <a:ext cx="5605555" cy="1161544"/>
              <a:chOff x="3245680" y="6498659"/>
              <a:chExt cx="5605555" cy="1161544"/>
            </a:xfrm>
          </p:grpSpPr>
          <p:sp>
            <p:nvSpPr>
              <p:cNvPr id="4" name="Rectángulo 4">
                <a:extLst>
                  <a:ext uri="{FF2B5EF4-FFF2-40B4-BE49-F238E27FC236}">
                    <a16:creationId xmlns:a16="http://schemas.microsoft.com/office/drawing/2014/main" id="{3CA16807-B501-2235-F4EB-403D87EC30E4}"/>
                  </a:ext>
                </a:extLst>
              </p:cNvPr>
              <p:cNvSpPr/>
              <p:nvPr/>
            </p:nvSpPr>
            <p:spPr>
              <a:xfrm rot="5400013">
                <a:off x="7721206" y="6530174"/>
                <a:ext cx="1161544" cy="1098514"/>
              </a:xfrm>
              <a:prstGeom prst="rect">
                <a:avLst/>
              </a:prstGeom>
              <a:solidFill>
                <a:srgbClr val="FFFFFF"/>
              </a:solidFill>
              <a:ln w="38103" cap="flat">
                <a:solidFill>
                  <a:srgbClr val="042433"/>
                </a:solidFill>
                <a:custDash>
                  <a:ds d="100000" sp="1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749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sp>
            <p:nvSpPr>
              <p:cNvPr id="5" name="Rectángulo 5">
                <a:extLst>
                  <a:ext uri="{FF2B5EF4-FFF2-40B4-BE49-F238E27FC236}">
                    <a16:creationId xmlns:a16="http://schemas.microsoft.com/office/drawing/2014/main" id="{202BFA0B-0228-7FC5-2386-4AC081DC4617}"/>
                  </a:ext>
                </a:extLst>
              </p:cNvPr>
              <p:cNvSpPr/>
              <p:nvPr/>
            </p:nvSpPr>
            <p:spPr>
              <a:xfrm rot="5400013">
                <a:off x="6173347" y="6530174"/>
                <a:ext cx="1161544" cy="1098514"/>
              </a:xfrm>
              <a:prstGeom prst="rect">
                <a:avLst/>
              </a:prstGeom>
              <a:solidFill>
                <a:srgbClr val="FFFFFF"/>
              </a:solidFill>
              <a:ln w="38103" cap="flat">
                <a:solidFill>
                  <a:srgbClr val="042433"/>
                </a:solidFill>
                <a:custDash>
                  <a:ds d="100000" sp="1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749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sp>
            <p:nvSpPr>
              <p:cNvPr id="6" name="Rectángulo 6">
                <a:extLst>
                  <a:ext uri="{FF2B5EF4-FFF2-40B4-BE49-F238E27FC236}">
                    <a16:creationId xmlns:a16="http://schemas.microsoft.com/office/drawing/2014/main" id="{6A2A25D0-C4E4-0B1E-023A-2A85A58B1557}"/>
                  </a:ext>
                </a:extLst>
              </p:cNvPr>
              <p:cNvSpPr/>
              <p:nvPr/>
            </p:nvSpPr>
            <p:spPr>
              <a:xfrm rot="5400013">
                <a:off x="4762025" y="6530174"/>
                <a:ext cx="1161544" cy="1098514"/>
              </a:xfrm>
              <a:prstGeom prst="rect">
                <a:avLst/>
              </a:prstGeom>
              <a:solidFill>
                <a:srgbClr val="FFFFFF"/>
              </a:solidFill>
              <a:ln w="38103" cap="flat">
                <a:solidFill>
                  <a:srgbClr val="042433"/>
                </a:solidFill>
                <a:custDash>
                  <a:ds d="100000" sp="1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749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sp>
            <p:nvSpPr>
              <p:cNvPr id="7" name="Rectángulo 7">
                <a:extLst>
                  <a:ext uri="{FF2B5EF4-FFF2-40B4-BE49-F238E27FC236}">
                    <a16:creationId xmlns:a16="http://schemas.microsoft.com/office/drawing/2014/main" id="{550EB067-6F9A-7A4E-76F1-AEB8B4235FB0}"/>
                  </a:ext>
                </a:extLst>
              </p:cNvPr>
              <p:cNvSpPr/>
              <p:nvPr/>
            </p:nvSpPr>
            <p:spPr>
              <a:xfrm rot="5400013">
                <a:off x="3214165" y="6530174"/>
                <a:ext cx="1161544" cy="1098514"/>
              </a:xfrm>
              <a:prstGeom prst="rect">
                <a:avLst/>
              </a:prstGeom>
              <a:solidFill>
                <a:srgbClr val="FFFFFF"/>
              </a:solidFill>
              <a:ln w="38103" cap="flat">
                <a:solidFill>
                  <a:srgbClr val="042433"/>
                </a:solidFill>
                <a:custDash>
                  <a:ds d="100000" sp="1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US" sz="1749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pic>
            <p:nvPicPr>
              <p:cNvPr id="8" name="Picture 2" descr="Trace and color cute pig space worksheet for kids Vector Image">
                <a:extLst>
                  <a:ext uri="{FF2B5EF4-FFF2-40B4-BE49-F238E27FC236}">
                    <a16:creationId xmlns:a16="http://schemas.microsoft.com/office/drawing/2014/main" id="{7B4F8B29-A201-8CF7-A9A9-DE18178711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52879" t="31893" r="6611" b="19655"/>
              <a:stretch>
                <a:fillRect/>
              </a:stretch>
            </p:blipFill>
            <p:spPr>
              <a:xfrm rot="5400013">
                <a:off x="7796865" y="6606581"/>
                <a:ext cx="984168" cy="925217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9" name="Picture 6" descr="Premium Vector | Trace and color cute easter chicken. worksheet for  children.">
                <a:extLst>
                  <a:ext uri="{FF2B5EF4-FFF2-40B4-BE49-F238E27FC236}">
                    <a16:creationId xmlns:a16="http://schemas.microsoft.com/office/drawing/2014/main" id="{28157888-1C39-4178-E3B5-1AF71D04E1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0014" t="25250" r="7315" b="14654"/>
              <a:stretch>
                <a:fillRect/>
              </a:stretch>
            </p:blipFill>
            <p:spPr>
              <a:xfrm rot="5400013">
                <a:off x="6283619" y="6579895"/>
                <a:ext cx="991959" cy="986381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0" name="Picture 10" descr="Trace and Color Cow | Vector free, Vector art, Cow">
                <a:extLst>
                  <a:ext uri="{FF2B5EF4-FFF2-40B4-BE49-F238E27FC236}">
                    <a16:creationId xmlns:a16="http://schemas.microsoft.com/office/drawing/2014/main" id="{44277E54-29E9-F82A-7142-424E747AE2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l="7987" t="34246" r="60580" b="19686"/>
              <a:stretch>
                <a:fillRect/>
              </a:stretch>
            </p:blipFill>
            <p:spPr>
              <a:xfrm rot="5400013">
                <a:off x="4832823" y="6555206"/>
                <a:ext cx="1042022" cy="970096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  <p:pic>
          <p:nvPicPr>
            <p:cNvPr id="11" name="Picture 14" descr="Premium Vector | Trace and color for kids horse vector">
              <a:extLst>
                <a:ext uri="{FF2B5EF4-FFF2-40B4-BE49-F238E27FC236}">
                  <a16:creationId xmlns:a16="http://schemas.microsoft.com/office/drawing/2014/main" id="{8E258826-17B4-88DE-CB21-033BABCB3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5222" t="6368" r="61242" b="57391"/>
            <a:stretch>
              <a:fillRect/>
            </a:stretch>
          </p:blipFill>
          <p:spPr>
            <a:xfrm rot="5400013">
              <a:off x="3354398" y="6627064"/>
              <a:ext cx="897995" cy="970425"/>
            </a:xfrm>
            <a:prstGeom prst="rect">
              <a:avLst/>
            </a:prstGeom>
            <a:noFill/>
            <a:ln cap="flat">
              <a:noFill/>
            </a:ln>
          </p:spPr>
        </p:pic>
      </p:grpSp>
      <p:grpSp>
        <p:nvGrpSpPr>
          <p:cNvPr id="12" name="Grupo 13">
            <a:extLst>
              <a:ext uri="{FF2B5EF4-FFF2-40B4-BE49-F238E27FC236}">
                <a16:creationId xmlns:a16="http://schemas.microsoft.com/office/drawing/2014/main" id="{FFB6CCE8-CE1B-110E-046B-B0576A3BE1A6}"/>
              </a:ext>
            </a:extLst>
          </p:cNvPr>
          <p:cNvGrpSpPr/>
          <p:nvPr/>
        </p:nvGrpSpPr>
        <p:grpSpPr>
          <a:xfrm>
            <a:off x="3089281" y="111218"/>
            <a:ext cx="5605555" cy="1161544"/>
            <a:chOff x="3089281" y="111218"/>
            <a:chExt cx="5605555" cy="1161544"/>
          </a:xfrm>
        </p:grpSpPr>
        <p:sp>
          <p:nvSpPr>
            <p:cNvPr id="13" name="Rectángulo 8">
              <a:extLst>
                <a:ext uri="{FF2B5EF4-FFF2-40B4-BE49-F238E27FC236}">
                  <a16:creationId xmlns:a16="http://schemas.microsoft.com/office/drawing/2014/main" id="{5B2B0AF1-DE84-1F09-FC92-77632B2789F8}"/>
                </a:ext>
              </a:extLst>
            </p:cNvPr>
            <p:cNvSpPr/>
            <p:nvPr/>
          </p:nvSpPr>
          <p:spPr>
            <a:xfrm rot="5400013">
              <a:off x="7564807" y="142733"/>
              <a:ext cx="1161544" cy="1098514"/>
            </a:xfrm>
            <a:prstGeom prst="rect">
              <a:avLst/>
            </a:prstGeom>
            <a:solidFill>
              <a:srgbClr val="FFFFFF"/>
            </a:solidFill>
            <a:ln w="38103" cap="flat">
              <a:solidFill>
                <a:srgbClr val="042433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14" name="Rectángulo 9">
              <a:extLst>
                <a:ext uri="{FF2B5EF4-FFF2-40B4-BE49-F238E27FC236}">
                  <a16:creationId xmlns:a16="http://schemas.microsoft.com/office/drawing/2014/main" id="{BF85D4E6-57FA-41A5-D8CC-862EAAE58B36}"/>
                </a:ext>
              </a:extLst>
            </p:cNvPr>
            <p:cNvSpPr/>
            <p:nvPr/>
          </p:nvSpPr>
          <p:spPr>
            <a:xfrm rot="5400013">
              <a:off x="6016948" y="142733"/>
              <a:ext cx="1161544" cy="1098514"/>
            </a:xfrm>
            <a:prstGeom prst="rect">
              <a:avLst/>
            </a:prstGeom>
            <a:solidFill>
              <a:srgbClr val="FFFFFF"/>
            </a:solidFill>
            <a:ln w="38103" cap="flat">
              <a:solidFill>
                <a:srgbClr val="042433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15" name="Rectángulo 10">
              <a:extLst>
                <a:ext uri="{FF2B5EF4-FFF2-40B4-BE49-F238E27FC236}">
                  <a16:creationId xmlns:a16="http://schemas.microsoft.com/office/drawing/2014/main" id="{24625F55-0D18-7B4B-5D90-B21975F95697}"/>
                </a:ext>
              </a:extLst>
            </p:cNvPr>
            <p:cNvSpPr/>
            <p:nvPr/>
          </p:nvSpPr>
          <p:spPr>
            <a:xfrm rot="5400013">
              <a:off x="4605626" y="142733"/>
              <a:ext cx="1161544" cy="1098514"/>
            </a:xfrm>
            <a:prstGeom prst="rect">
              <a:avLst/>
            </a:prstGeom>
            <a:solidFill>
              <a:srgbClr val="FFFFFF"/>
            </a:solidFill>
            <a:ln w="38103" cap="flat">
              <a:solidFill>
                <a:srgbClr val="042433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sp>
          <p:nvSpPr>
            <p:cNvPr id="16" name="Rectángulo 11">
              <a:extLst>
                <a:ext uri="{FF2B5EF4-FFF2-40B4-BE49-F238E27FC236}">
                  <a16:creationId xmlns:a16="http://schemas.microsoft.com/office/drawing/2014/main" id="{A82D8E0D-541F-0462-74B2-F00FBCD151BB}"/>
                </a:ext>
              </a:extLst>
            </p:cNvPr>
            <p:cNvSpPr/>
            <p:nvPr/>
          </p:nvSpPr>
          <p:spPr>
            <a:xfrm rot="5400013">
              <a:off x="3057766" y="142733"/>
              <a:ext cx="1161544" cy="1098514"/>
            </a:xfrm>
            <a:prstGeom prst="rect">
              <a:avLst/>
            </a:prstGeom>
            <a:solidFill>
              <a:srgbClr val="FFFFFF"/>
            </a:solidFill>
            <a:ln w="38103" cap="flat">
              <a:solidFill>
                <a:srgbClr val="042433"/>
              </a:solidFill>
              <a:custDash>
                <a:ds d="100000" sp="1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pic>
          <p:nvPicPr>
            <p:cNvPr id="17" name="Picture 4" descr="Trace and color cute pig space worksheet for kids Vector Image">
              <a:extLst>
                <a:ext uri="{FF2B5EF4-FFF2-40B4-BE49-F238E27FC236}">
                  <a16:creationId xmlns:a16="http://schemas.microsoft.com/office/drawing/2014/main" id="{00BAE55C-90E6-226C-7EDC-3798966FB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5283" t="31222" r="53557" b="19386"/>
            <a:stretch>
              <a:fillRect/>
            </a:stretch>
          </p:blipFill>
          <p:spPr>
            <a:xfrm rot="5400013">
              <a:off x="6104223" y="263896"/>
              <a:ext cx="907761" cy="856189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8" name="Picture 8" descr="Premium Vector | Trace and color cute easter chicken. worksheet for  children.">
              <a:extLst>
                <a:ext uri="{FF2B5EF4-FFF2-40B4-BE49-F238E27FC236}">
                  <a16:creationId xmlns:a16="http://schemas.microsoft.com/office/drawing/2014/main" id="{2A702145-D257-7D66-6849-2B3CD8923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245" t="25250" r="49985" b="14893"/>
            <a:stretch>
              <a:fillRect/>
            </a:stretch>
          </p:blipFill>
          <p:spPr>
            <a:xfrm rot="5400013">
              <a:off x="7647639" y="199934"/>
              <a:ext cx="995900" cy="984123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19" name="Picture 12" descr="Trace and Color Cow | Vector free, Vector art, Cow">
              <a:extLst>
                <a:ext uri="{FF2B5EF4-FFF2-40B4-BE49-F238E27FC236}">
                  <a16:creationId xmlns:a16="http://schemas.microsoft.com/office/drawing/2014/main" id="{3606F27F-4FFF-03B9-4B39-5F5222C8D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40570" t="20255" r="7760" b="4279"/>
            <a:stretch>
              <a:fillRect/>
            </a:stretch>
          </p:blipFill>
          <p:spPr>
            <a:xfrm rot="5400013">
              <a:off x="3099184" y="156921"/>
              <a:ext cx="1078717" cy="987314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20" name="Picture 16" descr="Premium Vector | Trace and color for kids horse vector">
              <a:extLst>
                <a:ext uri="{FF2B5EF4-FFF2-40B4-BE49-F238E27FC236}">
                  <a16:creationId xmlns:a16="http://schemas.microsoft.com/office/drawing/2014/main" id="{582FC2A8-9713-3277-8BC7-53578EB7B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8647" t="5694" r="4787" b="14829"/>
            <a:stretch>
              <a:fillRect/>
            </a:stretch>
          </p:blipFill>
          <p:spPr>
            <a:xfrm rot="5400013">
              <a:off x="4711039" y="239459"/>
              <a:ext cx="972793" cy="970096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21" name="Rectángulo 12">
              <a:extLst>
                <a:ext uri="{FF2B5EF4-FFF2-40B4-BE49-F238E27FC236}">
                  <a16:creationId xmlns:a16="http://schemas.microsoft.com/office/drawing/2014/main" id="{D9265C50-9C1B-676C-606E-B74266DD8807}"/>
                </a:ext>
              </a:extLst>
            </p:cNvPr>
            <p:cNvSpPr/>
            <p:nvPr/>
          </p:nvSpPr>
          <p:spPr>
            <a:xfrm rot="5400013">
              <a:off x="5420238" y="159687"/>
              <a:ext cx="227895" cy="296594"/>
            </a:xfrm>
            <a:prstGeom prst="rect">
              <a:avLst/>
            </a:prstGeom>
            <a:solidFill>
              <a:srgbClr val="FFFFFF"/>
            </a:solidFill>
            <a:ln w="19046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749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</p:grpSp>
      <p:pic>
        <p:nvPicPr>
          <p:cNvPr id="22" name="Imagen 19">
            <a:extLst>
              <a:ext uri="{FF2B5EF4-FFF2-40B4-BE49-F238E27FC236}">
                <a16:creationId xmlns:a16="http://schemas.microsoft.com/office/drawing/2014/main" id="{19BDA5AC-13AF-E380-19CB-CC5A9B021C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27" t="21568" r="45264" b="27626"/>
          <a:stretch>
            <a:fillRect/>
          </a:stretch>
        </p:blipFill>
        <p:spPr>
          <a:xfrm rot="5400013">
            <a:off x="9002285" y="5358"/>
            <a:ext cx="760378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3" name="Imagen 20">
            <a:extLst>
              <a:ext uri="{FF2B5EF4-FFF2-40B4-BE49-F238E27FC236}">
                <a16:creationId xmlns:a16="http://schemas.microsoft.com/office/drawing/2014/main" id="{43BD391A-BFB6-ED51-B3D4-DBABF26989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364" t="37841" r="19049" b="27625"/>
          <a:stretch>
            <a:fillRect/>
          </a:stretch>
        </p:blipFill>
        <p:spPr>
          <a:xfrm rot="5400013">
            <a:off x="8840419" y="6777989"/>
            <a:ext cx="1014764" cy="74966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4" name="Picture 4" descr="Dot a dot game for preschool kids. Cute horse. 8813605 Vector Art at  Vecteezy">
            <a:extLst>
              <a:ext uri="{FF2B5EF4-FFF2-40B4-BE49-F238E27FC236}">
                <a16:creationId xmlns:a16="http://schemas.microsoft.com/office/drawing/2014/main" id="{E5DA021C-0CFB-F938-F262-CF7D2A65E1E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6923" t="15832" r="18922" b="6387"/>
          <a:stretch>
            <a:fillRect/>
          </a:stretch>
        </p:blipFill>
        <p:spPr>
          <a:xfrm rot="5400013">
            <a:off x="-230378" y="660046"/>
            <a:ext cx="3342003" cy="286579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25" name="Picture 4" descr="Dot a dot game for preschool kids. Cute horse. 8813605 Vector Art at  Vecteezy">
            <a:extLst>
              <a:ext uri="{FF2B5EF4-FFF2-40B4-BE49-F238E27FC236}">
                <a16:creationId xmlns:a16="http://schemas.microsoft.com/office/drawing/2014/main" id="{B3BB2F92-CF2C-9758-6F55-1ACE27E4DDE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6923" t="15832" r="18922" b="6387"/>
          <a:stretch>
            <a:fillRect/>
          </a:stretch>
        </p:blipFill>
        <p:spPr>
          <a:xfrm rot="5400013">
            <a:off x="-177234" y="4556305"/>
            <a:ext cx="3342003" cy="286579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293F0464-BA3D-151E-2BA3-473401391AD1}"/>
              </a:ext>
            </a:extLst>
          </p:cNvPr>
          <p:cNvSpPr txBox="1"/>
          <p:nvPr/>
        </p:nvSpPr>
        <p:spPr>
          <a:xfrm rot="5400000">
            <a:off x="7714319" y="3379742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Isaac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A9CA463E-52A7-8CB5-4694-DB88F017BB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60" t="27917" r="53056" b="11479"/>
          <a:stretch>
            <a:fillRect/>
          </a:stretch>
        </p:blipFill>
        <p:spPr>
          <a:xfrm>
            <a:off x="5208715" y="4433852"/>
            <a:ext cx="3552965" cy="304324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8" descr="Coloring Pages for Kids: Rabbit Vector">
            <a:extLst>
              <a:ext uri="{FF2B5EF4-FFF2-40B4-BE49-F238E27FC236}">
                <a16:creationId xmlns:a16="http://schemas.microsoft.com/office/drawing/2014/main" id="{999BA8F4-97FA-4138-BA65-C02E66F5CF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117" t="21329" r="10645" b="8530"/>
          <a:stretch>
            <a:fillRect/>
          </a:stretch>
        </p:blipFill>
        <p:spPr>
          <a:xfrm>
            <a:off x="5874325" y="1181660"/>
            <a:ext cx="2221763" cy="312691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4" descr="Little puppy trace and color picture children Vector Image">
            <a:extLst>
              <a:ext uri="{FF2B5EF4-FFF2-40B4-BE49-F238E27FC236}">
                <a16:creationId xmlns:a16="http://schemas.microsoft.com/office/drawing/2014/main" id="{59F22767-2423-CA55-D650-DD449AC71F6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1899" t="29896" r="8802" b="27067"/>
          <a:stretch>
            <a:fillRect/>
          </a:stretch>
        </p:blipFill>
        <p:spPr>
          <a:xfrm>
            <a:off x="431578" y="4404390"/>
            <a:ext cx="3527928" cy="304051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2" descr="Trace And Color Duck Vector Art, Icons, and Graphics for Free Download">
            <a:extLst>
              <a:ext uri="{FF2B5EF4-FFF2-40B4-BE49-F238E27FC236}">
                <a16:creationId xmlns:a16="http://schemas.microsoft.com/office/drawing/2014/main" id="{0693082A-68A0-E38F-BCA6-3E74BFD176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86" t="34081" r="51281" b="13901"/>
          <a:stretch>
            <a:fillRect/>
          </a:stretch>
        </p:blipFill>
        <p:spPr>
          <a:xfrm>
            <a:off x="625166" y="1254300"/>
            <a:ext cx="3359377" cy="2952176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6" name="Tabla 4">
            <a:extLst>
              <a:ext uri="{FF2B5EF4-FFF2-40B4-BE49-F238E27FC236}">
                <a16:creationId xmlns:a16="http://schemas.microsoft.com/office/drawing/2014/main" id="{47A713CB-2023-0CC3-38E7-2FB9572D0BD7}"/>
              </a:ext>
            </a:extLst>
          </p:cNvPr>
          <p:cNvGraphicFramePr>
            <a:graphicFrameLocks noGrp="1"/>
          </p:cNvGraphicFramePr>
          <p:nvPr/>
        </p:nvGraphicFramePr>
        <p:xfrm>
          <a:off x="111565" y="4404390"/>
          <a:ext cx="4386576" cy="309745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93288">
                  <a:extLst>
                    <a:ext uri="{9D8B030D-6E8A-4147-A177-3AD203B41FA5}">
                      <a16:colId xmlns:a16="http://schemas.microsoft.com/office/drawing/2014/main" val="3521753273"/>
                    </a:ext>
                  </a:extLst>
                </a:gridCol>
                <a:gridCol w="2193288">
                  <a:extLst>
                    <a:ext uri="{9D8B030D-6E8A-4147-A177-3AD203B41FA5}">
                      <a16:colId xmlns:a16="http://schemas.microsoft.com/office/drawing/2014/main" val="3484475377"/>
                    </a:ext>
                  </a:extLst>
                </a:gridCol>
              </a:tblGrid>
              <a:tr h="3097456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886268"/>
                  </a:ext>
                </a:extLst>
              </a:tr>
            </a:tbl>
          </a:graphicData>
        </a:graphic>
      </p:graphicFrame>
      <p:graphicFrame>
        <p:nvGraphicFramePr>
          <p:cNvPr id="7" name="Tabla 5">
            <a:extLst>
              <a:ext uri="{FF2B5EF4-FFF2-40B4-BE49-F238E27FC236}">
                <a16:creationId xmlns:a16="http://schemas.microsoft.com/office/drawing/2014/main" id="{0BAA10D1-DADC-8501-3C96-79E0C8D75EDA}"/>
              </a:ext>
            </a:extLst>
          </p:cNvPr>
          <p:cNvGraphicFramePr>
            <a:graphicFrameLocks noGrp="1"/>
          </p:cNvGraphicFramePr>
          <p:nvPr/>
        </p:nvGraphicFramePr>
        <p:xfrm>
          <a:off x="111565" y="1181660"/>
          <a:ext cx="4386576" cy="309745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93288">
                  <a:extLst>
                    <a:ext uri="{9D8B030D-6E8A-4147-A177-3AD203B41FA5}">
                      <a16:colId xmlns:a16="http://schemas.microsoft.com/office/drawing/2014/main" val="773748229"/>
                    </a:ext>
                  </a:extLst>
                </a:gridCol>
                <a:gridCol w="2193288">
                  <a:extLst>
                    <a:ext uri="{9D8B030D-6E8A-4147-A177-3AD203B41FA5}">
                      <a16:colId xmlns:a16="http://schemas.microsoft.com/office/drawing/2014/main" val="1506032274"/>
                    </a:ext>
                  </a:extLst>
                </a:gridCol>
              </a:tblGrid>
              <a:tr h="3097456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203372"/>
                  </a:ext>
                </a:extLst>
              </a:tr>
            </a:tbl>
          </a:graphicData>
        </a:graphic>
      </p:graphicFrame>
      <p:graphicFrame>
        <p:nvGraphicFramePr>
          <p:cNvPr id="8" name="Tabla 6">
            <a:extLst>
              <a:ext uri="{FF2B5EF4-FFF2-40B4-BE49-F238E27FC236}">
                <a16:creationId xmlns:a16="http://schemas.microsoft.com/office/drawing/2014/main" id="{C0740038-2EDA-3A78-AC15-03AFDA2498D8}"/>
              </a:ext>
            </a:extLst>
          </p:cNvPr>
          <p:cNvGraphicFramePr>
            <a:graphicFrameLocks noGrp="1"/>
          </p:cNvGraphicFramePr>
          <p:nvPr/>
        </p:nvGraphicFramePr>
        <p:xfrm>
          <a:off x="4791913" y="4404390"/>
          <a:ext cx="4386576" cy="309745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93288">
                  <a:extLst>
                    <a:ext uri="{9D8B030D-6E8A-4147-A177-3AD203B41FA5}">
                      <a16:colId xmlns:a16="http://schemas.microsoft.com/office/drawing/2014/main" val="3740697498"/>
                    </a:ext>
                  </a:extLst>
                </a:gridCol>
                <a:gridCol w="2193288">
                  <a:extLst>
                    <a:ext uri="{9D8B030D-6E8A-4147-A177-3AD203B41FA5}">
                      <a16:colId xmlns:a16="http://schemas.microsoft.com/office/drawing/2014/main" val="462737540"/>
                    </a:ext>
                  </a:extLst>
                </a:gridCol>
              </a:tblGrid>
              <a:tr h="3097456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5486262"/>
                  </a:ext>
                </a:extLst>
              </a:tr>
            </a:tbl>
          </a:graphicData>
        </a:graphic>
      </p:graphicFrame>
      <p:graphicFrame>
        <p:nvGraphicFramePr>
          <p:cNvPr id="9" name="Tabla 7">
            <a:extLst>
              <a:ext uri="{FF2B5EF4-FFF2-40B4-BE49-F238E27FC236}">
                <a16:creationId xmlns:a16="http://schemas.microsoft.com/office/drawing/2014/main" id="{59D2304F-EE5E-7303-EE93-695579053A45}"/>
              </a:ext>
            </a:extLst>
          </p:cNvPr>
          <p:cNvGraphicFramePr>
            <a:graphicFrameLocks noGrp="1"/>
          </p:cNvGraphicFramePr>
          <p:nvPr/>
        </p:nvGraphicFramePr>
        <p:xfrm>
          <a:off x="4791913" y="1181660"/>
          <a:ext cx="4386576" cy="3097456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2193288">
                  <a:extLst>
                    <a:ext uri="{9D8B030D-6E8A-4147-A177-3AD203B41FA5}">
                      <a16:colId xmlns:a16="http://schemas.microsoft.com/office/drawing/2014/main" val="1650597605"/>
                    </a:ext>
                  </a:extLst>
                </a:gridCol>
                <a:gridCol w="2193288">
                  <a:extLst>
                    <a:ext uri="{9D8B030D-6E8A-4147-A177-3AD203B41FA5}">
                      <a16:colId xmlns:a16="http://schemas.microsoft.com/office/drawing/2014/main" val="2419672106"/>
                    </a:ext>
                  </a:extLst>
                </a:gridCol>
              </a:tblGrid>
              <a:tr h="3097456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 dirty="0"/>
                    </a:p>
                  </a:txBody>
                  <a:tcPr marL="88824" marR="88824" marT="44412" marB="44412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7787748"/>
                  </a:ext>
                </a:extLst>
              </a:tr>
            </a:tbl>
          </a:graphicData>
        </a:graphic>
      </p:graphicFrame>
      <p:sp>
        <p:nvSpPr>
          <p:cNvPr id="10" name="Rectángulo 14">
            <a:extLst>
              <a:ext uri="{FF2B5EF4-FFF2-40B4-BE49-F238E27FC236}">
                <a16:creationId xmlns:a16="http://schemas.microsoft.com/office/drawing/2014/main" id="{5A35C98D-073B-0F70-A0C0-33F531CE0970}"/>
              </a:ext>
            </a:extLst>
          </p:cNvPr>
          <p:cNvSpPr/>
          <p:nvPr/>
        </p:nvSpPr>
        <p:spPr>
          <a:xfrm>
            <a:off x="216365" y="1254300"/>
            <a:ext cx="2061176" cy="2952176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49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1" name="Rectángulo 15">
            <a:extLst>
              <a:ext uri="{FF2B5EF4-FFF2-40B4-BE49-F238E27FC236}">
                <a16:creationId xmlns:a16="http://schemas.microsoft.com/office/drawing/2014/main" id="{1C1B5619-B869-22E3-65B1-2A16DADC7A4B}"/>
              </a:ext>
            </a:extLst>
          </p:cNvPr>
          <p:cNvSpPr/>
          <p:nvPr/>
        </p:nvSpPr>
        <p:spPr>
          <a:xfrm>
            <a:off x="137809" y="4492721"/>
            <a:ext cx="2139732" cy="2952176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49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2" name="Rectángulo 16">
            <a:extLst>
              <a:ext uri="{FF2B5EF4-FFF2-40B4-BE49-F238E27FC236}">
                <a16:creationId xmlns:a16="http://schemas.microsoft.com/office/drawing/2014/main" id="{A5D0E33B-2C47-322F-201D-B794B1316ED6}"/>
              </a:ext>
            </a:extLst>
          </p:cNvPr>
          <p:cNvSpPr/>
          <p:nvPr/>
        </p:nvSpPr>
        <p:spPr>
          <a:xfrm>
            <a:off x="7026213" y="1225661"/>
            <a:ext cx="2100449" cy="2952176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49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3" name="Rectángulo 17">
            <a:extLst>
              <a:ext uri="{FF2B5EF4-FFF2-40B4-BE49-F238E27FC236}">
                <a16:creationId xmlns:a16="http://schemas.microsoft.com/office/drawing/2014/main" id="{81592640-A001-11B9-F34A-3AE820481A1C}"/>
              </a:ext>
            </a:extLst>
          </p:cNvPr>
          <p:cNvSpPr/>
          <p:nvPr/>
        </p:nvSpPr>
        <p:spPr>
          <a:xfrm>
            <a:off x="7026213" y="4448555"/>
            <a:ext cx="1735467" cy="2952176"/>
          </a:xfrm>
          <a:prstGeom prst="rect">
            <a:avLst/>
          </a:prstGeom>
          <a:solidFill>
            <a:srgbClr val="FFFFFF"/>
          </a:solidFill>
          <a:ln w="19046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49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14" name="Imagen 18">
            <a:extLst>
              <a:ext uri="{FF2B5EF4-FFF2-40B4-BE49-F238E27FC236}">
                <a16:creationId xmlns:a16="http://schemas.microsoft.com/office/drawing/2014/main" id="{30C26428-85F4-0089-07A2-8D40FC8CA8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427" t="21568" r="45264" b="27626"/>
          <a:stretch>
            <a:fillRect/>
          </a:stretch>
        </p:blipFill>
        <p:spPr>
          <a:xfrm>
            <a:off x="0" y="121185"/>
            <a:ext cx="707114" cy="69715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Imagen 19">
            <a:extLst>
              <a:ext uri="{FF2B5EF4-FFF2-40B4-BE49-F238E27FC236}">
                <a16:creationId xmlns:a16="http://schemas.microsoft.com/office/drawing/2014/main" id="{0E8B4E52-7A2E-3A21-0966-C4AEAFD443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364" t="37841" r="19049" b="27625"/>
          <a:stretch>
            <a:fillRect/>
          </a:stretch>
        </p:blipFill>
        <p:spPr>
          <a:xfrm>
            <a:off x="9042803" y="145663"/>
            <a:ext cx="713972" cy="52745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97B15DE2-CD01-99B7-A41D-3BE22543CFEC}"/>
              </a:ext>
            </a:extLst>
          </p:cNvPr>
          <p:cNvSpPr txBox="1"/>
          <p:nvPr/>
        </p:nvSpPr>
        <p:spPr>
          <a:xfrm>
            <a:off x="3649594" y="121185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Isaac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E9DEB88B-1038-FDCC-42DB-7537CC3974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60" t="27917" r="53056" b="11479"/>
          <a:stretch>
            <a:fillRect/>
          </a:stretch>
        </p:blipFill>
        <p:spPr>
          <a:xfrm rot="5400013">
            <a:off x="7221579" y="6146090"/>
            <a:ext cx="1316223" cy="15857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Rectángulo 3">
            <a:extLst>
              <a:ext uri="{FF2B5EF4-FFF2-40B4-BE49-F238E27FC236}">
                <a16:creationId xmlns:a16="http://schemas.microsoft.com/office/drawing/2014/main" id="{EE490522-4593-6044-C426-F6E79DA6922A}"/>
              </a:ext>
            </a:extLst>
          </p:cNvPr>
          <p:cNvSpPr/>
          <p:nvPr/>
        </p:nvSpPr>
        <p:spPr>
          <a:xfrm rot="5400013">
            <a:off x="7327868" y="26065"/>
            <a:ext cx="1364659" cy="1846777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Rectángulo 4">
            <a:extLst>
              <a:ext uri="{FF2B5EF4-FFF2-40B4-BE49-F238E27FC236}">
                <a16:creationId xmlns:a16="http://schemas.microsoft.com/office/drawing/2014/main" id="{CA600642-A73B-6829-89CD-38BC22B6EC1E}"/>
              </a:ext>
            </a:extLst>
          </p:cNvPr>
          <p:cNvSpPr/>
          <p:nvPr/>
        </p:nvSpPr>
        <p:spPr>
          <a:xfrm rot="5400013">
            <a:off x="7182278" y="2845507"/>
            <a:ext cx="1483549" cy="1846777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Rectángulo 5">
            <a:extLst>
              <a:ext uri="{FF2B5EF4-FFF2-40B4-BE49-F238E27FC236}">
                <a16:creationId xmlns:a16="http://schemas.microsoft.com/office/drawing/2014/main" id="{93E3163B-68AE-194B-DE0E-0A8CA16D8E72}"/>
              </a:ext>
            </a:extLst>
          </p:cNvPr>
          <p:cNvSpPr/>
          <p:nvPr/>
        </p:nvSpPr>
        <p:spPr>
          <a:xfrm rot="5400013">
            <a:off x="7223179" y="5962157"/>
            <a:ext cx="1483549" cy="1846777"/>
          </a:xfrm>
          <a:prstGeom prst="rect">
            <a:avLst/>
          </a:prstGeom>
          <a:noFill/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6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A63519BE-F68E-BC94-9BCE-21D1F0F90A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00" t="21933" r="55042" b="11628"/>
          <a:stretch>
            <a:fillRect/>
          </a:stretch>
        </p:blipFill>
        <p:spPr>
          <a:xfrm rot="5400013">
            <a:off x="7267331" y="248114"/>
            <a:ext cx="1224015" cy="154332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Picture 4" descr="Little puppy trace and color picture children Vector Image">
            <a:extLst>
              <a:ext uri="{FF2B5EF4-FFF2-40B4-BE49-F238E27FC236}">
                <a16:creationId xmlns:a16="http://schemas.microsoft.com/office/drawing/2014/main" id="{556A3FBC-5B86-A742-C970-76CCC513751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1899" t="29896" r="8802" b="27067"/>
          <a:stretch>
            <a:fillRect/>
          </a:stretch>
        </p:blipFill>
        <p:spPr>
          <a:xfrm rot="5400013">
            <a:off x="7277508" y="3019824"/>
            <a:ext cx="1214807" cy="149353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Rectángulo 14">
            <a:extLst>
              <a:ext uri="{FF2B5EF4-FFF2-40B4-BE49-F238E27FC236}">
                <a16:creationId xmlns:a16="http://schemas.microsoft.com/office/drawing/2014/main" id="{3A5BB978-00C2-0E27-3F9C-8FD7CC2FD00E}"/>
              </a:ext>
            </a:extLst>
          </p:cNvPr>
          <p:cNvSpPr/>
          <p:nvPr/>
        </p:nvSpPr>
        <p:spPr>
          <a:xfrm rot="5400013">
            <a:off x="189377" y="247332"/>
            <a:ext cx="1483549" cy="1544878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9" name="Rectángulo 15">
            <a:extLst>
              <a:ext uri="{FF2B5EF4-FFF2-40B4-BE49-F238E27FC236}">
                <a16:creationId xmlns:a16="http://schemas.microsoft.com/office/drawing/2014/main" id="{77CA61A5-9809-2FBD-A484-0422B0D5F0BC}"/>
              </a:ext>
            </a:extLst>
          </p:cNvPr>
          <p:cNvSpPr/>
          <p:nvPr/>
        </p:nvSpPr>
        <p:spPr>
          <a:xfrm rot="5400013">
            <a:off x="167560" y="2859782"/>
            <a:ext cx="1483549" cy="1544878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Rectángulo 16">
            <a:extLst>
              <a:ext uri="{FF2B5EF4-FFF2-40B4-BE49-F238E27FC236}">
                <a16:creationId xmlns:a16="http://schemas.microsoft.com/office/drawing/2014/main" id="{F5A993DF-94FD-B275-DA0D-4200E1E4EE5C}"/>
              </a:ext>
            </a:extLst>
          </p:cNvPr>
          <p:cNvSpPr/>
          <p:nvPr/>
        </p:nvSpPr>
        <p:spPr>
          <a:xfrm rot="5400013">
            <a:off x="167560" y="6001075"/>
            <a:ext cx="1483549" cy="1544878"/>
          </a:xfrm>
          <a:prstGeom prst="rect">
            <a:avLst/>
          </a:prstGeom>
          <a:solidFill>
            <a:srgbClr val="FFFFFF"/>
          </a:solidFill>
          <a:ln w="38103" cap="flat">
            <a:solidFill>
              <a:srgbClr val="000000"/>
            </a:solidFill>
            <a:custDash>
              <a:ds d="299976" sp="299976"/>
            </a:custDash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CO" sz="1767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11" name="Imagen 17">
            <a:extLst>
              <a:ext uri="{FF2B5EF4-FFF2-40B4-BE49-F238E27FC236}">
                <a16:creationId xmlns:a16="http://schemas.microsoft.com/office/drawing/2014/main" id="{D985771A-7F0E-FFB4-5AB1-200C1381EE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587" t="60459" r="39961" b="7763"/>
          <a:stretch>
            <a:fillRect/>
          </a:stretch>
        </p:blipFill>
        <p:spPr>
          <a:xfrm rot="16200004">
            <a:off x="3712472" y="1128489"/>
            <a:ext cx="1214807" cy="527620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Imagen 18">
            <a:extLst>
              <a:ext uri="{FF2B5EF4-FFF2-40B4-BE49-F238E27FC236}">
                <a16:creationId xmlns:a16="http://schemas.microsoft.com/office/drawing/2014/main" id="{20BECF63-8FA3-244E-DFBB-05BA1B7149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857" t="37281" r="55716" b="7946"/>
          <a:stretch>
            <a:fillRect/>
          </a:stretch>
        </p:blipFill>
        <p:spPr>
          <a:xfrm rot="16200004">
            <a:off x="3615335" y="-1623764"/>
            <a:ext cx="1494431" cy="527620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Imagen 19">
            <a:extLst>
              <a:ext uri="{FF2B5EF4-FFF2-40B4-BE49-F238E27FC236}">
                <a16:creationId xmlns:a16="http://schemas.microsoft.com/office/drawing/2014/main" id="{C2F5D120-CF25-F1D3-1225-A245FF0278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857" t="37281" r="55716" b="7946"/>
          <a:stretch>
            <a:fillRect/>
          </a:stretch>
        </p:blipFill>
        <p:spPr>
          <a:xfrm rot="16200004">
            <a:off x="3572670" y="4214917"/>
            <a:ext cx="1494431" cy="509265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Imagen 1">
            <a:extLst>
              <a:ext uri="{FF2B5EF4-FFF2-40B4-BE49-F238E27FC236}">
                <a16:creationId xmlns:a16="http://schemas.microsoft.com/office/drawing/2014/main" id="{43AC9BCB-E290-A5BC-8C37-897A2B4A7A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427" t="21568" r="45264" b="27626"/>
          <a:stretch>
            <a:fillRect/>
          </a:stretch>
        </p:blipFill>
        <p:spPr>
          <a:xfrm rot="5400013">
            <a:off x="8985585" y="98843"/>
            <a:ext cx="707114" cy="69715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Imagen 2">
            <a:extLst>
              <a:ext uri="{FF2B5EF4-FFF2-40B4-BE49-F238E27FC236}">
                <a16:creationId xmlns:a16="http://schemas.microsoft.com/office/drawing/2014/main" id="{85E854AE-A568-128B-8B8B-208243C906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364" t="37841" r="19049" b="27625"/>
          <a:stretch>
            <a:fillRect/>
          </a:stretch>
        </p:blipFill>
        <p:spPr>
          <a:xfrm rot="5400013">
            <a:off x="9078016" y="7060988"/>
            <a:ext cx="713972" cy="52745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6E6B9B42-5948-4CC6-5122-B0169C310C43}"/>
              </a:ext>
            </a:extLst>
          </p:cNvPr>
          <p:cNvSpPr txBox="1"/>
          <p:nvPr/>
        </p:nvSpPr>
        <p:spPr>
          <a:xfrm rot="5400000">
            <a:off x="7796670" y="3309056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Isaac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F12D908D-6AF2-BD2D-495B-7DE342D158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507" t="17045" r="11444" b="2647"/>
          <a:stretch>
            <a:fillRect/>
          </a:stretch>
        </p:blipFill>
        <p:spPr>
          <a:xfrm rot="2190807">
            <a:off x="5520732" y="2111260"/>
            <a:ext cx="723464" cy="1781351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3" name="Marcador de contenido 5">
            <a:extLst>
              <a:ext uri="{FF2B5EF4-FFF2-40B4-BE49-F238E27FC236}">
                <a16:creationId xmlns:a16="http://schemas.microsoft.com/office/drawing/2014/main" id="{67F595FC-0DE5-7F2A-C588-89B123D3C05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7857" y="141558"/>
          <a:ext cx="6505296" cy="7492444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626324">
                  <a:extLst>
                    <a:ext uri="{9D8B030D-6E8A-4147-A177-3AD203B41FA5}">
                      <a16:colId xmlns:a16="http://schemas.microsoft.com/office/drawing/2014/main" val="260653462"/>
                    </a:ext>
                  </a:extLst>
                </a:gridCol>
                <a:gridCol w="1626324">
                  <a:extLst>
                    <a:ext uri="{9D8B030D-6E8A-4147-A177-3AD203B41FA5}">
                      <a16:colId xmlns:a16="http://schemas.microsoft.com/office/drawing/2014/main" val="4150225360"/>
                    </a:ext>
                  </a:extLst>
                </a:gridCol>
                <a:gridCol w="1626324">
                  <a:extLst>
                    <a:ext uri="{9D8B030D-6E8A-4147-A177-3AD203B41FA5}">
                      <a16:colId xmlns:a16="http://schemas.microsoft.com/office/drawing/2014/main" val="1926491000"/>
                    </a:ext>
                  </a:extLst>
                </a:gridCol>
                <a:gridCol w="1626324">
                  <a:extLst>
                    <a:ext uri="{9D8B030D-6E8A-4147-A177-3AD203B41FA5}">
                      <a16:colId xmlns:a16="http://schemas.microsoft.com/office/drawing/2014/main" val="2565031486"/>
                    </a:ext>
                  </a:extLst>
                </a:gridCol>
              </a:tblGrid>
              <a:tr h="187311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180364"/>
                  </a:ext>
                </a:extLst>
              </a:tr>
              <a:tr h="187311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77"/>
                  </a:ext>
                </a:extLst>
              </a:tr>
              <a:tr h="187311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2985549"/>
                  </a:ext>
                </a:extLst>
              </a:tr>
              <a:tr h="1873111"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s-CO" sz="1900"/>
                    </a:p>
                  </a:txBody>
                  <a:tcPr marL="89784" marR="89784" marT="44897" marB="44897">
                    <a:lnL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5554844"/>
                  </a:ext>
                </a:extLst>
              </a:tr>
            </a:tbl>
          </a:graphicData>
        </a:graphic>
      </p:graphicFrame>
      <p:pic>
        <p:nvPicPr>
          <p:cNvPr id="4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85008644-DBB8-2553-A754-78210B0FE8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174" t="21083" r="7568" b="12478"/>
          <a:stretch>
            <a:fillRect/>
          </a:stretch>
        </p:blipFill>
        <p:spPr>
          <a:xfrm rot="5400013">
            <a:off x="5382148" y="270644"/>
            <a:ext cx="1168584" cy="147342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40223568-5BE4-227A-6D2F-740AD8070F9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3309" t="28700" r="6007" b="10696"/>
          <a:stretch>
            <a:fillRect/>
          </a:stretch>
        </p:blipFill>
        <p:spPr>
          <a:xfrm rot="5400013">
            <a:off x="1929329" y="381040"/>
            <a:ext cx="1400961" cy="14755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1FC9A8E6-D1F2-E7D6-1D4B-67DD455461C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53" t="14830" r="65574" b="47243"/>
          <a:stretch>
            <a:fillRect/>
          </a:stretch>
        </p:blipFill>
        <p:spPr>
          <a:xfrm rot="5400013">
            <a:off x="1861421" y="2126708"/>
            <a:ext cx="1536777" cy="14755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Imagen 21">
            <a:extLst>
              <a:ext uri="{FF2B5EF4-FFF2-40B4-BE49-F238E27FC236}">
                <a16:creationId xmlns:a16="http://schemas.microsoft.com/office/drawing/2014/main" id="{CB57BB3F-10B6-99D1-E716-07842F57D23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427" t="21568" r="45264" b="27626"/>
          <a:stretch>
            <a:fillRect/>
          </a:stretch>
        </p:blipFill>
        <p:spPr>
          <a:xfrm rot="5400013">
            <a:off x="9084403" y="4768"/>
            <a:ext cx="677131" cy="66759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Imagen 22">
            <a:extLst>
              <a:ext uri="{FF2B5EF4-FFF2-40B4-BE49-F238E27FC236}">
                <a16:creationId xmlns:a16="http://schemas.microsoft.com/office/drawing/2014/main" id="{C70485F8-EBC7-83B1-DA18-B7FC10AE7A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344" t="40393" r="19049" b="27625"/>
          <a:stretch>
            <a:fillRect/>
          </a:stretch>
        </p:blipFill>
        <p:spPr>
          <a:xfrm rot="5400013">
            <a:off x="8901876" y="6854360"/>
            <a:ext cx="1015541" cy="69425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2" descr="Trace And Color Carrot Vector Art, Icons, and Graphics for Free Download">
            <a:extLst>
              <a:ext uri="{FF2B5EF4-FFF2-40B4-BE49-F238E27FC236}">
                <a16:creationId xmlns:a16="http://schemas.microsoft.com/office/drawing/2014/main" id="{1108769B-48AC-A9E7-37BB-09A5E9BF88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507" t="17045" r="11444" b="2647"/>
          <a:stretch>
            <a:fillRect/>
          </a:stretch>
        </p:blipFill>
        <p:spPr>
          <a:xfrm rot="2190807">
            <a:off x="5484302" y="5716730"/>
            <a:ext cx="723464" cy="178135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Picture 4" descr="Trace and color cute Easter bunny. Worksheet for children. 5494411 Vector  Art at Vecteezy">
            <a:extLst>
              <a:ext uri="{FF2B5EF4-FFF2-40B4-BE49-F238E27FC236}">
                <a16:creationId xmlns:a16="http://schemas.microsoft.com/office/drawing/2014/main" id="{563970EB-21CB-DFCD-0C46-50F6E862C7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174" t="21083" r="7568" b="12478"/>
          <a:stretch>
            <a:fillRect/>
          </a:stretch>
        </p:blipFill>
        <p:spPr>
          <a:xfrm rot="5400013">
            <a:off x="5345719" y="3876124"/>
            <a:ext cx="1168584" cy="147342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6" descr="Trace and color cute gray cat. Worksheet for children. 10226176 Vector Art  at Vecteezy">
            <a:extLst>
              <a:ext uri="{FF2B5EF4-FFF2-40B4-BE49-F238E27FC236}">
                <a16:creationId xmlns:a16="http://schemas.microsoft.com/office/drawing/2014/main" id="{FB8093E3-B154-68AD-2381-C5DF06114D5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3309" t="28700" r="6007" b="10696"/>
          <a:stretch>
            <a:fillRect/>
          </a:stretch>
        </p:blipFill>
        <p:spPr>
          <a:xfrm rot="5400013">
            <a:off x="1929329" y="4105373"/>
            <a:ext cx="1400961" cy="14755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2" name="Picture 2" descr="Trace and Color Fish | Preschool activity, Forest animals illustration,  Coloring for kids">
            <a:extLst>
              <a:ext uri="{FF2B5EF4-FFF2-40B4-BE49-F238E27FC236}">
                <a16:creationId xmlns:a16="http://schemas.microsoft.com/office/drawing/2014/main" id="{B2CA6DED-E954-85AD-FD7C-A169AAAF0CE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53" t="14830" r="65574" b="47243"/>
          <a:stretch>
            <a:fillRect/>
          </a:stretch>
        </p:blipFill>
        <p:spPr>
          <a:xfrm rot="5400013">
            <a:off x="1861421" y="5851050"/>
            <a:ext cx="1536777" cy="14755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3" name="Imagen 19">
            <a:extLst>
              <a:ext uri="{FF2B5EF4-FFF2-40B4-BE49-F238E27FC236}">
                <a16:creationId xmlns:a16="http://schemas.microsoft.com/office/drawing/2014/main" id="{01AE25F5-B9D2-CFB8-114C-013D6D95A0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533" t="41215" r="39578" b="4472"/>
          <a:stretch>
            <a:fillRect/>
          </a:stretch>
        </p:blipFill>
        <p:spPr>
          <a:xfrm rot="10799991">
            <a:off x="6949257" y="141549"/>
            <a:ext cx="1774603" cy="763402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829D6699-ED4D-CCF2-BAE4-6EF8A8D3D8D6}"/>
              </a:ext>
            </a:extLst>
          </p:cNvPr>
          <p:cNvSpPr txBox="1"/>
          <p:nvPr/>
        </p:nvSpPr>
        <p:spPr>
          <a:xfrm rot="5400000">
            <a:off x="7741908" y="3430926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Isaac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upo 4">
            <a:extLst>
              <a:ext uri="{FF2B5EF4-FFF2-40B4-BE49-F238E27FC236}">
                <a16:creationId xmlns:a16="http://schemas.microsoft.com/office/drawing/2014/main" id="{BEC63B93-9821-7E10-D25E-4EDE28AC4672}"/>
              </a:ext>
            </a:extLst>
          </p:cNvPr>
          <p:cNvGrpSpPr/>
          <p:nvPr/>
        </p:nvGrpSpPr>
        <p:grpSpPr>
          <a:xfrm>
            <a:off x="3419966" y="5453739"/>
            <a:ext cx="5410533" cy="2066077"/>
            <a:chOff x="3419966" y="5453739"/>
            <a:chExt cx="5410533" cy="2066077"/>
          </a:xfrm>
        </p:grpSpPr>
        <p:pic>
          <p:nvPicPr>
            <p:cNvPr id="3" name="Picture 2" descr="Trace And Color Carrot Vector Art, Icons, and Graphics for Free Download">
              <a:extLst>
                <a:ext uri="{FF2B5EF4-FFF2-40B4-BE49-F238E27FC236}">
                  <a16:creationId xmlns:a16="http://schemas.microsoft.com/office/drawing/2014/main" id="{32EA6308-C277-6DB4-93B9-CC396EB68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7990" t="14134" r="58961" b="5558"/>
            <a:stretch>
              <a:fillRect/>
            </a:stretch>
          </p:blipFill>
          <p:spPr>
            <a:xfrm rot="7919709">
              <a:off x="7483054" y="5498924"/>
              <a:ext cx="838038" cy="1856853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4" name="Picture 4" descr="lindo pez tropical - una imagen para colorear. peces ...">
              <a:extLst>
                <a:ext uri="{FF2B5EF4-FFF2-40B4-BE49-F238E27FC236}">
                  <a16:creationId xmlns:a16="http://schemas.microsoft.com/office/drawing/2014/main" id="{F16E6607-F0EC-EC27-9C78-66541D0672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26" t="8253" r="1720" b="9685"/>
            <a:stretch>
              <a:fillRect/>
            </a:stretch>
          </p:blipFill>
          <p:spPr>
            <a:xfrm rot="7502607">
              <a:off x="3234869" y="6054756"/>
              <a:ext cx="2066077" cy="864043"/>
            </a:xfrm>
            <a:prstGeom prst="rect">
              <a:avLst/>
            </a:prstGeom>
            <a:noFill/>
            <a:ln cap="flat">
              <a:noFill/>
            </a:ln>
          </p:spPr>
        </p:pic>
        <p:sp>
          <p:nvSpPr>
            <p:cNvPr id="5" name="Rectángulo 6">
              <a:extLst>
                <a:ext uri="{FF2B5EF4-FFF2-40B4-BE49-F238E27FC236}">
                  <a16:creationId xmlns:a16="http://schemas.microsoft.com/office/drawing/2014/main" id="{55A23C88-8F77-0638-8ABA-CBCB6F08D9B4}"/>
                </a:ext>
              </a:extLst>
            </p:cNvPr>
            <p:cNvSpPr/>
            <p:nvPr/>
          </p:nvSpPr>
          <p:spPr>
            <a:xfrm rot="5400013">
              <a:off x="7002264" y="5650050"/>
              <a:ext cx="1907036" cy="1695882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custDash>
                <a:ds d="300000" sp="3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CO" sz="1767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6" name="Rectángulo 8">
              <a:extLst>
                <a:ext uri="{FF2B5EF4-FFF2-40B4-BE49-F238E27FC236}">
                  <a16:creationId xmlns:a16="http://schemas.microsoft.com/office/drawing/2014/main" id="{2E2233E7-F816-4664-5EAD-95AA31A23211}"/>
                </a:ext>
              </a:extLst>
            </p:cNvPr>
            <p:cNvSpPr/>
            <p:nvPr/>
          </p:nvSpPr>
          <p:spPr>
            <a:xfrm rot="5400013">
              <a:off x="5158322" y="5650050"/>
              <a:ext cx="1907036" cy="1695882"/>
            </a:xfrm>
            <a:prstGeom prst="rect">
              <a:avLst/>
            </a:prstGeom>
            <a:solidFill>
              <a:srgbClr val="FFFFFF"/>
            </a:solidFill>
            <a:ln w="28575" cap="flat">
              <a:solidFill>
                <a:srgbClr val="000000"/>
              </a:solidFill>
              <a:custDash>
                <a:ds d="300000" sp="3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CO" sz="1767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7" name="Rectángulo 10">
              <a:extLst>
                <a:ext uri="{FF2B5EF4-FFF2-40B4-BE49-F238E27FC236}">
                  <a16:creationId xmlns:a16="http://schemas.microsoft.com/office/drawing/2014/main" id="{ACD9B484-84CC-65E1-5F0D-41A1E911CD9E}"/>
                </a:ext>
              </a:extLst>
            </p:cNvPr>
            <p:cNvSpPr/>
            <p:nvPr/>
          </p:nvSpPr>
          <p:spPr>
            <a:xfrm rot="5400013">
              <a:off x="3314389" y="5650050"/>
              <a:ext cx="1907036" cy="1695882"/>
            </a:xfrm>
            <a:prstGeom prst="rect">
              <a:avLst/>
            </a:prstGeom>
            <a:noFill/>
            <a:ln w="28575" cap="flat">
              <a:solidFill>
                <a:srgbClr val="000000"/>
              </a:solidFill>
              <a:custDash>
                <a:ds d="300000" sp="300000"/>
              </a:custDash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s-CO" sz="1767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pic>
          <p:nvPicPr>
            <p:cNvPr id="8" name="Picture 2" descr="Comida de perro - Iconos gratis de animales">
              <a:extLst>
                <a:ext uri="{FF2B5EF4-FFF2-40B4-BE49-F238E27FC236}">
                  <a16:creationId xmlns:a16="http://schemas.microsoft.com/office/drawing/2014/main" id="{E30AD988-F14F-A8A0-16BC-873E6FA60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>
            <a:xfrm rot="5400013">
              <a:off x="5169542" y="5638830"/>
              <a:ext cx="1884596" cy="1695882"/>
            </a:xfrm>
            <a:prstGeom prst="rect">
              <a:avLst/>
            </a:prstGeom>
            <a:noFill/>
            <a:ln cap="flat">
              <a:noFill/>
            </a:ln>
          </p:spPr>
        </p:pic>
      </p:grpSp>
      <p:grpSp>
        <p:nvGrpSpPr>
          <p:cNvPr id="9" name="Grupo 2">
            <a:extLst>
              <a:ext uri="{FF2B5EF4-FFF2-40B4-BE49-F238E27FC236}">
                <a16:creationId xmlns:a16="http://schemas.microsoft.com/office/drawing/2014/main" id="{FD8078FF-E68D-12AB-4AD9-D2801CA95B57}"/>
              </a:ext>
            </a:extLst>
          </p:cNvPr>
          <p:cNvGrpSpPr/>
          <p:nvPr/>
        </p:nvGrpSpPr>
        <p:grpSpPr>
          <a:xfrm>
            <a:off x="3477135" y="194967"/>
            <a:ext cx="5443267" cy="1865193"/>
            <a:chOff x="3477135" y="194967"/>
            <a:chExt cx="5443267" cy="1865193"/>
          </a:xfrm>
        </p:grpSpPr>
        <p:pic>
          <p:nvPicPr>
            <p:cNvPr id="10" name="Picture 4" descr="Trace and color cute Easter bunny. Worksheet for children. 5494411 Vector  Art at Vecteezy">
              <a:extLst>
                <a:ext uri="{FF2B5EF4-FFF2-40B4-BE49-F238E27FC236}">
                  <a16:creationId xmlns:a16="http://schemas.microsoft.com/office/drawing/2014/main" id="{0EE674E8-C54F-6CB1-E7CA-F57CFA10803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7700" t="21933" r="55042" b="11628"/>
            <a:stretch>
              <a:fillRect/>
            </a:stretch>
          </p:blipFill>
          <p:spPr>
            <a:xfrm rot="5400013">
              <a:off x="3713666" y="329709"/>
              <a:ext cx="1360490" cy="1595701"/>
            </a:xfrm>
            <a:prstGeom prst="rect">
              <a:avLst/>
            </a:prstGeom>
            <a:noFill/>
            <a:ln cap="flat">
              <a:noFill/>
            </a:ln>
          </p:spPr>
        </p:pic>
        <p:grpSp>
          <p:nvGrpSpPr>
            <p:cNvPr id="11" name="Grupo 1">
              <a:extLst>
                <a:ext uri="{FF2B5EF4-FFF2-40B4-BE49-F238E27FC236}">
                  <a16:creationId xmlns:a16="http://schemas.microsoft.com/office/drawing/2014/main" id="{D81849FF-443F-A9F1-439F-D008747BC664}"/>
                </a:ext>
              </a:extLst>
            </p:cNvPr>
            <p:cNvGrpSpPr/>
            <p:nvPr/>
          </p:nvGrpSpPr>
          <p:grpSpPr>
            <a:xfrm>
              <a:off x="3477135" y="194967"/>
              <a:ext cx="5443267" cy="1865193"/>
              <a:chOff x="3477135" y="194967"/>
              <a:chExt cx="5443267" cy="1865193"/>
            </a:xfrm>
          </p:grpSpPr>
          <p:sp>
            <p:nvSpPr>
              <p:cNvPr id="12" name="Rectángulo 5">
                <a:extLst>
                  <a:ext uri="{FF2B5EF4-FFF2-40B4-BE49-F238E27FC236}">
                    <a16:creationId xmlns:a16="http://schemas.microsoft.com/office/drawing/2014/main" id="{F6A1C6D5-A993-4908-1563-C9CCFEC77EAF}"/>
                  </a:ext>
                </a:extLst>
              </p:cNvPr>
              <p:cNvSpPr/>
              <p:nvPr/>
            </p:nvSpPr>
            <p:spPr>
              <a:xfrm rot="5400013">
                <a:off x="7130491" y="270250"/>
                <a:ext cx="1865193" cy="1714628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custDash>
                  <a:ds d="300000" sp="3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s-CO" sz="1767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endParaRPr>
              </a:p>
            </p:txBody>
          </p:sp>
          <p:sp>
            <p:nvSpPr>
              <p:cNvPr id="13" name="Rectángulo 7">
                <a:extLst>
                  <a:ext uri="{FF2B5EF4-FFF2-40B4-BE49-F238E27FC236}">
                    <a16:creationId xmlns:a16="http://schemas.microsoft.com/office/drawing/2014/main" id="{03796286-B5C3-2967-C6F8-0137683BE087}"/>
                  </a:ext>
                </a:extLst>
              </p:cNvPr>
              <p:cNvSpPr/>
              <p:nvPr/>
            </p:nvSpPr>
            <p:spPr>
              <a:xfrm rot="5400013">
                <a:off x="5266176" y="270250"/>
                <a:ext cx="1865193" cy="1714628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custDash>
                  <a:ds d="300000" sp="3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s-CO" sz="1767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endParaRPr>
              </a:p>
            </p:txBody>
          </p:sp>
          <p:sp>
            <p:nvSpPr>
              <p:cNvPr id="14" name="Rectángulo 9">
                <a:extLst>
                  <a:ext uri="{FF2B5EF4-FFF2-40B4-BE49-F238E27FC236}">
                    <a16:creationId xmlns:a16="http://schemas.microsoft.com/office/drawing/2014/main" id="{00251954-9E80-AD83-A1C6-EB8930D22A52}"/>
                  </a:ext>
                </a:extLst>
              </p:cNvPr>
              <p:cNvSpPr/>
              <p:nvPr/>
            </p:nvSpPr>
            <p:spPr>
              <a:xfrm rot="5400013">
                <a:off x="3401852" y="270250"/>
                <a:ext cx="1865193" cy="1714628"/>
              </a:xfrm>
              <a:prstGeom prst="rect">
                <a:avLst/>
              </a:prstGeom>
              <a:noFill/>
              <a:ln w="28575" cap="flat">
                <a:solidFill>
                  <a:srgbClr val="000000"/>
                </a:solidFill>
                <a:custDash>
                  <a:ds d="300000" sp="300000"/>
                </a:custDash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4572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s-CO" sz="1767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endParaRPr>
              </a:p>
            </p:txBody>
          </p:sp>
          <p:pic>
            <p:nvPicPr>
              <p:cNvPr id="15" name="Picture 4" descr="Little puppy trace and color picture children Vector Image">
                <a:extLst>
                  <a:ext uri="{FF2B5EF4-FFF2-40B4-BE49-F238E27FC236}">
                    <a16:creationId xmlns:a16="http://schemas.microsoft.com/office/drawing/2014/main" id="{CC58AEA8-33F0-4EE2-78F8-43A2199614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51899" t="29896" r="8802" b="27067"/>
              <a:stretch>
                <a:fillRect/>
              </a:stretch>
            </p:blipFill>
            <p:spPr>
              <a:xfrm rot="5400013">
                <a:off x="7091387" y="370584"/>
                <a:ext cx="1771247" cy="1420017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6" name="Picture 6" descr="Trace and color cute gray cat. Worksheet for children. 10226176 Vector Art  at Vecteezy">
                <a:extLst>
                  <a:ext uri="{FF2B5EF4-FFF2-40B4-BE49-F238E27FC236}">
                    <a16:creationId xmlns:a16="http://schemas.microsoft.com/office/drawing/2014/main" id="{84EC1F82-FFA5-053C-1FD8-5CADBDCC2C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6260" t="27917" r="53056" b="11479"/>
              <a:stretch>
                <a:fillRect/>
              </a:stretch>
            </p:blipFill>
            <p:spPr>
              <a:xfrm rot="5400013">
                <a:off x="5392348" y="337464"/>
                <a:ext cx="1612837" cy="1580202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</p:grpSp>
      <p:pic>
        <p:nvPicPr>
          <p:cNvPr id="17" name="Picture 2" descr="Premium Vector | Cut and glue game for kids with cute horse. cutting  practice for preschoolers.">
            <a:extLst>
              <a:ext uri="{FF2B5EF4-FFF2-40B4-BE49-F238E27FC236}">
                <a16:creationId xmlns:a16="http://schemas.microsoft.com/office/drawing/2014/main" id="{78FB4632-60A1-6B8F-0199-CDEB9DB208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72" t="9359" r="13304" b="48468"/>
          <a:stretch>
            <a:fillRect/>
          </a:stretch>
        </p:blipFill>
        <p:spPr>
          <a:xfrm rot="5400013">
            <a:off x="-1979695" y="2208751"/>
            <a:ext cx="7454435" cy="322595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8" name="Imagen 19">
            <a:extLst>
              <a:ext uri="{FF2B5EF4-FFF2-40B4-BE49-F238E27FC236}">
                <a16:creationId xmlns:a16="http://schemas.microsoft.com/office/drawing/2014/main" id="{1C7AEFB9-7149-BADC-A60B-3A2CAC4184F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5427" t="21568" r="45264" b="27626"/>
          <a:stretch>
            <a:fillRect/>
          </a:stretch>
        </p:blipFill>
        <p:spPr>
          <a:xfrm rot="5400013">
            <a:off x="8988857" y="99281"/>
            <a:ext cx="677131" cy="66759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9" name="Imagen 20">
            <a:extLst>
              <a:ext uri="{FF2B5EF4-FFF2-40B4-BE49-F238E27FC236}">
                <a16:creationId xmlns:a16="http://schemas.microsoft.com/office/drawing/2014/main" id="{3CA18F39-283F-6ED3-7EED-B80EDDCB9CB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4344" t="40393" r="19049" b="27625"/>
          <a:stretch>
            <a:fillRect/>
          </a:stretch>
        </p:blipFill>
        <p:spPr>
          <a:xfrm rot="5400013">
            <a:off x="8842856" y="6869681"/>
            <a:ext cx="1069271" cy="73098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3181AED3-3799-85EF-DA7E-61E2EB878D10}"/>
              </a:ext>
            </a:extLst>
          </p:cNvPr>
          <p:cNvSpPr txBox="1"/>
          <p:nvPr/>
        </p:nvSpPr>
        <p:spPr>
          <a:xfrm rot="5400000">
            <a:off x="7741908" y="3430926"/>
            <a:ext cx="292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600" dirty="0">
                <a:latin typeface="Raleway Dots" panose="020B0003030101060003" pitchFamily="34" charset="0"/>
              </a:rPr>
              <a:t>Isaac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Office%20Theme</Template>
  <TotalTime>29509</TotalTime>
  <Words>1436</Words>
  <Application>Microsoft Office PowerPoint</Application>
  <PresentationFormat>Panorámica</PresentationFormat>
  <Paragraphs>651</Paragraphs>
  <Slides>25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Raleway Dots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Maria Paula Alfonso Castro</dc:creator>
  <cp:lastModifiedBy>Kevin Rincon</cp:lastModifiedBy>
  <cp:revision>27</cp:revision>
  <cp:lastPrinted>2025-03-15T15:45:23Z</cp:lastPrinted>
  <dcterms:created xsi:type="dcterms:W3CDTF">2025-03-02T13:51:43Z</dcterms:created>
  <dcterms:modified xsi:type="dcterms:W3CDTF">2026-02-02T04:10:20Z</dcterms:modified>
</cp:coreProperties>
</file>